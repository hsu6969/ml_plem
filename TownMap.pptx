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56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6A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467DE6-AA2C-64C9-8FDA-1460BAFE98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9F4581D-A3B3-0C26-43F7-9816A97505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C05BC9-8E09-CDA6-717A-251F35378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3B0D-A768-4350-894B-370957AC6488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25B11AF-43EA-3F75-B6CD-56BEB7BD8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B77FDFD-BAC7-88AE-5DCD-B787B5B1E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26F0-BEBA-4FAB-94E6-D54B6A99DD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3671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B047B4-1138-F4E6-B3C6-519CFCA00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685602-F3F3-78D6-89DE-6B85614E4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ACD7827-EEFF-1CE5-EF34-5B73BA047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3B0D-A768-4350-894B-370957AC6488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34859BD-CCE7-3C26-5A0F-7B880540C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3B0E696-9C5A-F487-B1E2-9317A4D77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26F0-BEBA-4FAB-94E6-D54B6A99DD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9185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53CC20-0FEB-A100-65EA-DB2EE7847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647A4F4-FA68-4715-C38F-865E5BA84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EB783F-9215-A5C3-EC1C-FBE4F1EC0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3B0D-A768-4350-894B-370957AC6488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3393CE-9F97-9B62-F1B9-E27B5290E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E91F9E9-23EE-BC23-25D9-5EC200CBA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26F0-BEBA-4FAB-94E6-D54B6A99DD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799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31E920-A822-E9B6-2D62-757D67231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42A35F-7779-7022-263E-72EDF8DC4A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DA615A9-74FA-792A-4FA9-9CBB670598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23CDB37-078B-5FE6-0ECB-6561B8F46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3B0D-A768-4350-894B-370957AC6488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8D09658-5268-4428-D6C1-62E6383D3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CBE92CD-9BBE-8721-614E-7D113EDAF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26F0-BEBA-4FAB-94E6-D54B6A99DD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2522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3EEF85-EA09-F798-9120-4FCAF2E64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8646DBE-6F76-73AC-E44C-1DAA1A0F0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6FA525B-BE64-1197-C1D8-C2290009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384ACDF-858F-AB60-BF48-1B557B12E2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5304BBE-0E8D-B379-C4D2-998D519DD3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1531BF2-1CE2-09D6-9C3B-5555778E5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3B0D-A768-4350-894B-370957AC6488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5394D3F-164F-2A3A-0036-C53C01E8E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535E283-C5BE-B357-B241-D875054A0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26F0-BEBA-4FAB-94E6-D54B6A99DD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0371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C81EE1-2D6F-FFA0-409B-487612AE8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AB68FC3-6709-849D-851E-549C1AC37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3B0D-A768-4350-894B-370957AC6488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5DAB80F-35B3-B06B-1777-14610731D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1A8E9DA-D774-214F-C0E4-63617707A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26F0-BEBA-4FAB-94E6-D54B6A99DD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7432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006F927-F346-2854-613B-D098B342D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3B0D-A768-4350-894B-370957AC6488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DB1F0F6-E864-3CFD-6E13-B64703592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144C07-BA6C-7106-0C98-0995862BC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26F0-BEBA-4FAB-94E6-D54B6A99DD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536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66A235-41F7-4BCB-38E5-1CE95C5C0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B541AF-7195-D034-B4EA-A8926A3CF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4B5BD34-007F-4C6F-60BD-70F29FCAA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4180354-1F02-B7E2-1F48-3F143C2B0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3B0D-A768-4350-894B-370957AC6488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87203D5-5EFE-3A83-6697-D44C48A3D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05994BE-1B94-B8BA-F7F8-C238784E8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26F0-BEBA-4FAB-94E6-D54B6A99DD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4104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F7FB2F-B477-D99C-BDF9-9EDF30E17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1F997A2-0AD8-BB9C-E038-57AB4920AA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DF99A26-0E21-7110-DFAE-7B95E7442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A28CE34-C9D5-7208-E040-D14817C20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3B0D-A768-4350-894B-370957AC6488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DEE41A9-0517-CF02-D806-1D7B923D7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F90E9F4-86A6-F8CE-9695-4D5A57303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26F0-BEBA-4FAB-94E6-D54B6A99DD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9134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A57435-CA67-A7DD-7F27-5DF113C0F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51F23A2-619A-AACF-6825-224AD5016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8987856-D996-0711-D6A6-2065E7081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3B0D-A768-4350-894B-370957AC6488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841D806-4BF0-4CA6-6822-27A282449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D6B65E3-7373-B1DB-9220-6A7F7175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26F0-BEBA-4FAB-94E6-D54B6A99DD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5474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3B215E6-21B1-3048-F96F-61C1DFC3B7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CDD6600-B04B-1146-4D22-F4BED7ABE1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59D5C73-BC8C-445C-4A80-8BCB4CA92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3B0D-A768-4350-894B-370957AC6488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EF216B-4525-D9DB-EDB0-45E9B1EFE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9A1AF5D-9CAA-E56B-8A4A-9C50D630A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26F0-BEBA-4FAB-94E6-D54B6A99DD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958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E564916-4ABB-44E3-9D8D-26E124E70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94E97C9-ACAC-567F-554A-15EE50178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5483D02-48E3-B498-953B-0BE4A6B780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623B0D-A768-4350-894B-370957AC6488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34B9EF6-9C9D-6D67-92DA-20AE95E98F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3B3A423-08BC-7B1B-833A-8E5C7E12D0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9626F0-BEBA-4FAB-94E6-D54B6A99DD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1891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字方塊 16">
            <a:extLst>
              <a:ext uri="{FF2B5EF4-FFF2-40B4-BE49-F238E27FC236}">
                <a16:creationId xmlns:a16="http://schemas.microsoft.com/office/drawing/2014/main" id="{755CBE83-4A86-DD47-7847-56E53EE3A82E}"/>
              </a:ext>
            </a:extLst>
          </p:cNvPr>
          <p:cNvSpPr txBox="1"/>
          <p:nvPr/>
        </p:nvSpPr>
        <p:spPr>
          <a:xfrm>
            <a:off x="169682" y="188536"/>
            <a:ext cx="876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Town 1</a:t>
            </a:r>
            <a:endParaRPr lang="zh-TW" altLang="en-US" dirty="0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009E7F0B-6DF0-2398-C9CD-FFBB629F9AD3}"/>
              </a:ext>
            </a:extLst>
          </p:cNvPr>
          <p:cNvGrpSpPr/>
          <p:nvPr/>
        </p:nvGrpSpPr>
        <p:grpSpPr>
          <a:xfrm>
            <a:off x="254047" y="729707"/>
            <a:ext cx="1994917" cy="1696385"/>
            <a:chOff x="1432398" y="3378639"/>
            <a:chExt cx="1994917" cy="1696385"/>
          </a:xfrm>
        </p:grpSpPr>
        <p:sp>
          <p:nvSpPr>
            <p:cNvPr id="29" name="等腰三角形 28">
              <a:extLst>
                <a:ext uri="{FF2B5EF4-FFF2-40B4-BE49-F238E27FC236}">
                  <a16:creationId xmlns:a16="http://schemas.microsoft.com/office/drawing/2014/main" id="{FB72304D-4A55-6B1B-4559-F5B276148284}"/>
                </a:ext>
              </a:extLst>
            </p:cNvPr>
            <p:cNvSpPr/>
            <p:nvPr/>
          </p:nvSpPr>
          <p:spPr>
            <a:xfrm flipH="1">
              <a:off x="1578964" y="3378639"/>
              <a:ext cx="238594" cy="448183"/>
            </a:xfrm>
            <a:prstGeom prst="triangle">
              <a:avLst/>
            </a:prstGeom>
            <a:solidFill>
              <a:srgbClr val="FFFF00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等腰三角形 26">
              <a:extLst>
                <a:ext uri="{FF2B5EF4-FFF2-40B4-BE49-F238E27FC236}">
                  <a16:creationId xmlns:a16="http://schemas.microsoft.com/office/drawing/2014/main" id="{230F3306-9E11-E67A-E246-D4C67D681333}"/>
                </a:ext>
              </a:extLst>
            </p:cNvPr>
            <p:cNvSpPr/>
            <p:nvPr/>
          </p:nvSpPr>
          <p:spPr>
            <a:xfrm rot="16200000" flipH="1">
              <a:off x="1604173" y="3761513"/>
              <a:ext cx="197603" cy="541153"/>
            </a:xfrm>
            <a:prstGeom prst="triangle">
              <a:avLst/>
            </a:prstGeom>
            <a:solidFill>
              <a:srgbClr val="FFFF00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5" name="等腰三角形 24">
              <a:extLst>
                <a:ext uri="{FF2B5EF4-FFF2-40B4-BE49-F238E27FC236}">
                  <a16:creationId xmlns:a16="http://schemas.microsoft.com/office/drawing/2014/main" id="{A0054936-C287-0B76-432C-F8EA8BF831AD}"/>
                </a:ext>
              </a:extLst>
            </p:cNvPr>
            <p:cNvSpPr/>
            <p:nvPr/>
          </p:nvSpPr>
          <p:spPr>
            <a:xfrm rot="5400000" flipH="1">
              <a:off x="1604174" y="4619782"/>
              <a:ext cx="197603" cy="541152"/>
            </a:xfrm>
            <a:prstGeom prst="triangl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3" name="等腰三角形 22">
              <a:extLst>
                <a:ext uri="{FF2B5EF4-FFF2-40B4-BE49-F238E27FC236}">
                  <a16:creationId xmlns:a16="http://schemas.microsoft.com/office/drawing/2014/main" id="{56AF8DD0-8650-FE95-9AFD-8811677E7302}"/>
                </a:ext>
              </a:extLst>
            </p:cNvPr>
            <p:cNvSpPr/>
            <p:nvPr/>
          </p:nvSpPr>
          <p:spPr>
            <a:xfrm flipH="1" flipV="1">
              <a:off x="1583678" y="4237357"/>
              <a:ext cx="238594" cy="448183"/>
            </a:xfrm>
            <a:prstGeom prst="triangl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0F3561BB-1301-D881-1C7D-F1567E6EC43F}"/>
                </a:ext>
              </a:extLst>
            </p:cNvPr>
            <p:cNvGrpSpPr/>
            <p:nvPr/>
          </p:nvGrpSpPr>
          <p:grpSpPr>
            <a:xfrm>
              <a:off x="1973553" y="3429000"/>
              <a:ext cx="1453762" cy="1646024"/>
              <a:chOff x="1841578" y="3814791"/>
              <a:chExt cx="1453762" cy="1646024"/>
            </a:xfrm>
          </p:grpSpPr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5E0709E9-E111-7BAA-FB9C-EFC6D8516554}"/>
                  </a:ext>
                </a:extLst>
              </p:cNvPr>
              <p:cNvSpPr txBox="1"/>
              <p:nvPr/>
            </p:nvSpPr>
            <p:spPr>
              <a:xfrm>
                <a:off x="1841578" y="3814791"/>
                <a:ext cx="1453760" cy="3492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, </a:t>
                </a:r>
                <a:endParaRPr lang="zh-TW" altLang="en-US" dirty="0"/>
              </a:p>
            </p:txBody>
          </p:sp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C2A6E3B2-DD9F-0198-0700-601908D40362}"/>
                  </a:ext>
                </a:extLst>
              </p:cNvPr>
              <p:cNvSpPr txBox="1"/>
              <p:nvPr/>
            </p:nvSpPr>
            <p:spPr>
              <a:xfrm>
                <a:off x="1841578" y="4233664"/>
                <a:ext cx="14537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92.25,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147.5</a:t>
                </a:r>
                <a:endParaRPr lang="zh-TW" altLang="en-US" dirty="0"/>
              </a:p>
            </p:txBody>
          </p:sp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DCD220CC-1F96-C742-F73D-AE78E2D2F375}"/>
                  </a:ext>
                </a:extLst>
              </p:cNvPr>
              <p:cNvSpPr txBox="1"/>
              <p:nvPr/>
            </p:nvSpPr>
            <p:spPr>
              <a:xfrm>
                <a:off x="1841578" y="5091484"/>
                <a:ext cx="1453762" cy="369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88.25, 116.5</a:t>
                </a:r>
                <a:endParaRPr lang="zh-TW" altLang="en-US" dirty="0"/>
              </a:p>
            </p:txBody>
          </p:sp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9A876EC7-FF21-48B0-58EE-962B95C4D177}"/>
                  </a:ext>
                </a:extLst>
              </p:cNvPr>
              <p:cNvSpPr txBox="1"/>
              <p:nvPr/>
            </p:nvSpPr>
            <p:spPr>
              <a:xfrm>
                <a:off x="1841578" y="4672611"/>
                <a:ext cx="1453762" cy="3492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, </a:t>
                </a:r>
                <a:endParaRPr lang="zh-TW" altLang="en-US" dirty="0"/>
              </a:p>
            </p:txBody>
          </p:sp>
        </p:grp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42851134-F9B2-C81A-3DCF-6B5BED1AB064}"/>
              </a:ext>
            </a:extLst>
          </p:cNvPr>
          <p:cNvGrpSpPr/>
          <p:nvPr/>
        </p:nvGrpSpPr>
        <p:grpSpPr>
          <a:xfrm>
            <a:off x="254047" y="2667923"/>
            <a:ext cx="1994915" cy="837667"/>
            <a:chOff x="1432400" y="4237357"/>
            <a:chExt cx="1994915" cy="837667"/>
          </a:xfrm>
        </p:grpSpPr>
        <p:sp>
          <p:nvSpPr>
            <p:cNvPr id="18" name="等腰三角形 17">
              <a:extLst>
                <a:ext uri="{FF2B5EF4-FFF2-40B4-BE49-F238E27FC236}">
                  <a16:creationId xmlns:a16="http://schemas.microsoft.com/office/drawing/2014/main" id="{3D6ED5EC-1E34-9475-1F09-03E1E5A282B6}"/>
                </a:ext>
              </a:extLst>
            </p:cNvPr>
            <p:cNvSpPr/>
            <p:nvPr/>
          </p:nvSpPr>
          <p:spPr>
            <a:xfrm rot="5400000" flipH="1">
              <a:off x="1604174" y="4619782"/>
              <a:ext cx="197603" cy="541152"/>
            </a:xfrm>
            <a:prstGeom prst="triangle">
              <a:avLst/>
            </a:prstGeom>
            <a:solidFill>
              <a:srgbClr val="00206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9" name="等腰三角形 18">
              <a:extLst>
                <a:ext uri="{FF2B5EF4-FFF2-40B4-BE49-F238E27FC236}">
                  <a16:creationId xmlns:a16="http://schemas.microsoft.com/office/drawing/2014/main" id="{497A7BF8-5A1B-C4A4-AFC8-F6C0C0DF946E}"/>
                </a:ext>
              </a:extLst>
            </p:cNvPr>
            <p:cNvSpPr/>
            <p:nvPr/>
          </p:nvSpPr>
          <p:spPr>
            <a:xfrm flipH="1" flipV="1">
              <a:off x="1583678" y="4237357"/>
              <a:ext cx="238594" cy="448183"/>
            </a:xfrm>
            <a:prstGeom prst="triangle">
              <a:avLst/>
            </a:prstGeom>
            <a:solidFill>
              <a:srgbClr val="00206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8132654B-2ECB-BDE9-39C9-114E8852816A}"/>
                </a:ext>
              </a:extLst>
            </p:cNvPr>
            <p:cNvGrpSpPr/>
            <p:nvPr/>
          </p:nvGrpSpPr>
          <p:grpSpPr>
            <a:xfrm>
              <a:off x="1973553" y="4286820"/>
              <a:ext cx="1453762" cy="788204"/>
              <a:chOff x="1841578" y="4672611"/>
              <a:chExt cx="1453762" cy="788204"/>
            </a:xfrm>
          </p:grpSpPr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A12B6E2F-4C44-C18C-370D-DCBF30E9D966}"/>
                  </a:ext>
                </a:extLst>
              </p:cNvPr>
              <p:cNvSpPr txBox="1"/>
              <p:nvPr/>
            </p:nvSpPr>
            <p:spPr>
              <a:xfrm>
                <a:off x="1841578" y="5091484"/>
                <a:ext cx="1453762" cy="369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154, 40.5</a:t>
                </a:r>
                <a:endParaRPr lang="zh-TW" altLang="en-US" dirty="0"/>
              </a:p>
            </p:txBody>
          </p:sp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BAE2C161-2EC0-0E41-2F18-138B4BC83181}"/>
                  </a:ext>
                </a:extLst>
              </p:cNvPr>
              <p:cNvSpPr txBox="1"/>
              <p:nvPr/>
            </p:nvSpPr>
            <p:spPr>
              <a:xfrm>
                <a:off x="1841578" y="4672611"/>
                <a:ext cx="14537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173, 55.5</a:t>
                </a:r>
                <a:endParaRPr lang="zh-TW" altLang="en-US" dirty="0"/>
              </a:p>
            </p:txBody>
          </p:sp>
        </p:grpSp>
      </p:grp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67AFCF1F-C4CC-E986-6E3C-42A0C9DCD022}"/>
              </a:ext>
            </a:extLst>
          </p:cNvPr>
          <p:cNvGrpSpPr/>
          <p:nvPr/>
        </p:nvGrpSpPr>
        <p:grpSpPr>
          <a:xfrm>
            <a:off x="254046" y="3727309"/>
            <a:ext cx="1994915" cy="837667"/>
            <a:chOff x="1432400" y="4237357"/>
            <a:chExt cx="1994915" cy="837667"/>
          </a:xfrm>
        </p:grpSpPr>
        <p:sp>
          <p:nvSpPr>
            <p:cNvPr id="39" name="等腰三角形 38">
              <a:extLst>
                <a:ext uri="{FF2B5EF4-FFF2-40B4-BE49-F238E27FC236}">
                  <a16:creationId xmlns:a16="http://schemas.microsoft.com/office/drawing/2014/main" id="{E1B9986C-C27B-3D2C-CA1B-A4DA793FEBCD}"/>
                </a:ext>
              </a:extLst>
            </p:cNvPr>
            <p:cNvSpPr/>
            <p:nvPr/>
          </p:nvSpPr>
          <p:spPr>
            <a:xfrm rot="16200000" flipH="1">
              <a:off x="1604174" y="4619782"/>
              <a:ext cx="197603" cy="541152"/>
            </a:xfrm>
            <a:prstGeom prst="triangl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0" name="等腰三角形 39">
              <a:extLst>
                <a:ext uri="{FF2B5EF4-FFF2-40B4-BE49-F238E27FC236}">
                  <a16:creationId xmlns:a16="http://schemas.microsoft.com/office/drawing/2014/main" id="{74B554FF-69C0-0A01-0413-369099F27C02}"/>
                </a:ext>
              </a:extLst>
            </p:cNvPr>
            <p:cNvSpPr/>
            <p:nvPr/>
          </p:nvSpPr>
          <p:spPr>
            <a:xfrm flipH="1" flipV="1">
              <a:off x="1583678" y="4237357"/>
              <a:ext cx="238594" cy="448183"/>
            </a:xfrm>
            <a:prstGeom prst="triangl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41" name="群組 40">
              <a:extLst>
                <a:ext uri="{FF2B5EF4-FFF2-40B4-BE49-F238E27FC236}">
                  <a16:creationId xmlns:a16="http://schemas.microsoft.com/office/drawing/2014/main" id="{38EBE37F-05BD-515A-E2D3-F71112A30C55}"/>
                </a:ext>
              </a:extLst>
            </p:cNvPr>
            <p:cNvGrpSpPr/>
            <p:nvPr/>
          </p:nvGrpSpPr>
          <p:grpSpPr>
            <a:xfrm>
              <a:off x="1973553" y="4286820"/>
              <a:ext cx="1453762" cy="788204"/>
              <a:chOff x="1841578" y="4672611"/>
              <a:chExt cx="1453762" cy="788204"/>
            </a:xfrm>
          </p:grpSpPr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04989347-E4C3-8AC3-3279-C1A894B2F700}"/>
                  </a:ext>
                </a:extLst>
              </p:cNvPr>
              <p:cNvSpPr txBox="1"/>
              <p:nvPr/>
            </p:nvSpPr>
            <p:spPr>
              <a:xfrm>
                <a:off x="1841578" y="5091484"/>
                <a:ext cx="1453762" cy="369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92.25, 213</a:t>
                </a:r>
                <a:endParaRPr lang="zh-TW" altLang="en-US" dirty="0"/>
              </a:p>
            </p:txBody>
          </p:sp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47E9912A-A8EE-CBF4-18D9-D8A9ED5148D0}"/>
                  </a:ext>
                </a:extLst>
              </p:cNvPr>
              <p:cNvSpPr txBox="1"/>
              <p:nvPr/>
            </p:nvSpPr>
            <p:spPr>
              <a:xfrm>
                <a:off x="1841578" y="4672611"/>
                <a:ext cx="14537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105, 195</a:t>
                </a:r>
                <a:endParaRPr lang="zh-TW" altLang="en-US" dirty="0"/>
              </a:p>
            </p:txBody>
          </p:sp>
        </p:grpSp>
      </p:grpSp>
      <p:grpSp>
        <p:nvGrpSpPr>
          <p:cNvPr id="71" name="群組 70">
            <a:extLst>
              <a:ext uri="{FF2B5EF4-FFF2-40B4-BE49-F238E27FC236}">
                <a16:creationId xmlns:a16="http://schemas.microsoft.com/office/drawing/2014/main" id="{F178060E-6CAC-8844-0611-6C1642F2C637}"/>
              </a:ext>
            </a:extLst>
          </p:cNvPr>
          <p:cNvGrpSpPr/>
          <p:nvPr/>
        </p:nvGrpSpPr>
        <p:grpSpPr>
          <a:xfrm>
            <a:off x="254046" y="4704206"/>
            <a:ext cx="1994915" cy="788204"/>
            <a:chOff x="1432400" y="4286820"/>
            <a:chExt cx="1994915" cy="788204"/>
          </a:xfrm>
        </p:grpSpPr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12C89896-D2FE-C26D-6128-45BDC6AFA4D9}"/>
                </a:ext>
              </a:extLst>
            </p:cNvPr>
            <p:cNvSpPr/>
            <p:nvPr/>
          </p:nvSpPr>
          <p:spPr>
            <a:xfrm rot="16200000" flipH="1">
              <a:off x="1604174" y="4619782"/>
              <a:ext cx="197603" cy="541152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id="{B8048B05-C338-8325-5D26-5598DC4A8FCE}"/>
                </a:ext>
              </a:extLst>
            </p:cNvPr>
            <p:cNvSpPr/>
            <p:nvPr/>
          </p:nvSpPr>
          <p:spPr>
            <a:xfrm rot="16200000" flipH="1" flipV="1">
              <a:off x="1583678" y="4237357"/>
              <a:ext cx="238594" cy="448183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74" name="群組 73">
              <a:extLst>
                <a:ext uri="{FF2B5EF4-FFF2-40B4-BE49-F238E27FC236}">
                  <a16:creationId xmlns:a16="http://schemas.microsoft.com/office/drawing/2014/main" id="{4872D9C5-490C-6E2E-7C3E-C1E25CDB7B56}"/>
                </a:ext>
              </a:extLst>
            </p:cNvPr>
            <p:cNvGrpSpPr/>
            <p:nvPr/>
          </p:nvGrpSpPr>
          <p:grpSpPr>
            <a:xfrm>
              <a:off x="1973553" y="4286820"/>
              <a:ext cx="1453762" cy="788204"/>
              <a:chOff x="1841578" y="4672611"/>
              <a:chExt cx="1453762" cy="788204"/>
            </a:xfrm>
          </p:grpSpPr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81DCC48B-9250-A6DD-8FF0-317765428ADE}"/>
                  </a:ext>
                </a:extLst>
              </p:cNvPr>
              <p:cNvSpPr txBox="1"/>
              <p:nvPr/>
            </p:nvSpPr>
            <p:spPr>
              <a:xfrm>
                <a:off x="1841578" y="5091484"/>
                <a:ext cx="1453762" cy="369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338, 212</a:t>
                </a:r>
                <a:endParaRPr lang="zh-TW" altLang="en-US" dirty="0"/>
              </a:p>
            </p:txBody>
          </p:sp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3310812C-DFF6-F040-5C94-59B4AD1E0FED}"/>
                  </a:ext>
                </a:extLst>
              </p:cNvPr>
              <p:cNvSpPr txBox="1"/>
              <p:nvPr/>
            </p:nvSpPr>
            <p:spPr>
              <a:xfrm>
                <a:off x="1841578" y="4672611"/>
                <a:ext cx="14537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334.75, 182</a:t>
                </a:r>
                <a:endParaRPr lang="zh-TW" altLang="en-US" dirty="0"/>
              </a:p>
            </p:txBody>
          </p:sp>
        </p:grpSp>
      </p:grpSp>
      <p:grpSp>
        <p:nvGrpSpPr>
          <p:cNvPr id="69" name="群組 68">
            <a:extLst>
              <a:ext uri="{FF2B5EF4-FFF2-40B4-BE49-F238E27FC236}">
                <a16:creationId xmlns:a16="http://schemas.microsoft.com/office/drawing/2014/main" id="{3F18D74F-FBB9-3996-2CE8-B841F607CFE3}"/>
              </a:ext>
            </a:extLst>
          </p:cNvPr>
          <p:cNvGrpSpPr/>
          <p:nvPr/>
        </p:nvGrpSpPr>
        <p:grpSpPr>
          <a:xfrm>
            <a:off x="6316337" y="0"/>
            <a:ext cx="5875663" cy="6859131"/>
            <a:chOff x="6316337" y="0"/>
            <a:chExt cx="5875663" cy="6859131"/>
          </a:xfrm>
        </p:grpSpPr>
        <p:grpSp>
          <p:nvGrpSpPr>
            <p:cNvPr id="68" name="群組 67">
              <a:extLst>
                <a:ext uri="{FF2B5EF4-FFF2-40B4-BE49-F238E27FC236}">
                  <a16:creationId xmlns:a16="http://schemas.microsoft.com/office/drawing/2014/main" id="{5AA73B69-1BA3-F6F9-80EC-B1D09F4DFF51}"/>
                </a:ext>
              </a:extLst>
            </p:cNvPr>
            <p:cNvGrpSpPr/>
            <p:nvPr/>
          </p:nvGrpSpPr>
          <p:grpSpPr>
            <a:xfrm>
              <a:off x="6316337" y="0"/>
              <a:ext cx="5875663" cy="6859131"/>
              <a:chOff x="6316337" y="0"/>
              <a:chExt cx="5875663" cy="6859131"/>
            </a:xfrm>
          </p:grpSpPr>
          <p:grpSp>
            <p:nvGrpSpPr>
              <p:cNvPr id="67" name="群組 66">
                <a:extLst>
                  <a:ext uri="{FF2B5EF4-FFF2-40B4-BE49-F238E27FC236}">
                    <a16:creationId xmlns:a16="http://schemas.microsoft.com/office/drawing/2014/main" id="{4B572D4A-C712-E51E-9959-D29EF843102E}"/>
                  </a:ext>
                </a:extLst>
              </p:cNvPr>
              <p:cNvGrpSpPr/>
              <p:nvPr/>
            </p:nvGrpSpPr>
            <p:grpSpPr>
              <a:xfrm>
                <a:off x="6316337" y="0"/>
                <a:ext cx="5875663" cy="6859131"/>
                <a:chOff x="6316337" y="0"/>
                <a:chExt cx="5875663" cy="6859131"/>
              </a:xfrm>
            </p:grpSpPr>
            <p:grpSp>
              <p:nvGrpSpPr>
                <p:cNvPr id="79" name="群組 78">
                  <a:extLst>
                    <a:ext uri="{FF2B5EF4-FFF2-40B4-BE49-F238E27FC236}">
                      <a16:creationId xmlns:a16="http://schemas.microsoft.com/office/drawing/2014/main" id="{9B750153-419B-FBB0-C46D-EBF24D53DE39}"/>
                    </a:ext>
                  </a:extLst>
                </p:cNvPr>
                <p:cNvGrpSpPr/>
                <p:nvPr/>
              </p:nvGrpSpPr>
              <p:grpSpPr>
                <a:xfrm>
                  <a:off x="6316337" y="0"/>
                  <a:ext cx="5875663" cy="6859131"/>
                  <a:chOff x="6316337" y="0"/>
                  <a:chExt cx="5875663" cy="6859131"/>
                </a:xfrm>
              </p:grpSpPr>
              <p:grpSp>
                <p:nvGrpSpPr>
                  <p:cNvPr id="66" name="群組 65">
                    <a:extLst>
                      <a:ext uri="{FF2B5EF4-FFF2-40B4-BE49-F238E27FC236}">
                        <a16:creationId xmlns:a16="http://schemas.microsoft.com/office/drawing/2014/main" id="{58EE39BD-8D3F-50EF-4CB8-32375D8CDD8C}"/>
                      </a:ext>
                    </a:extLst>
                  </p:cNvPr>
                  <p:cNvGrpSpPr/>
                  <p:nvPr/>
                </p:nvGrpSpPr>
                <p:grpSpPr>
                  <a:xfrm>
                    <a:off x="6316337" y="0"/>
                    <a:ext cx="5875663" cy="6859131"/>
                    <a:chOff x="6316337" y="0"/>
                    <a:chExt cx="5875663" cy="6859131"/>
                  </a:xfrm>
                </p:grpSpPr>
                <p:grpSp>
                  <p:nvGrpSpPr>
                    <p:cNvPr id="65" name="群組 64">
                      <a:extLst>
                        <a:ext uri="{FF2B5EF4-FFF2-40B4-BE49-F238E27FC236}">
                          <a16:creationId xmlns:a16="http://schemas.microsoft.com/office/drawing/2014/main" id="{E91A045B-C42D-9BD5-5387-AF7ECC99DBE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316337" y="0"/>
                      <a:ext cx="5875663" cy="6859131"/>
                      <a:chOff x="6316337" y="0"/>
                      <a:chExt cx="5875663" cy="6859131"/>
                    </a:xfrm>
                  </p:grpSpPr>
                  <p:grpSp>
                    <p:nvGrpSpPr>
                      <p:cNvPr id="59" name="群組 58">
                        <a:extLst>
                          <a:ext uri="{FF2B5EF4-FFF2-40B4-BE49-F238E27FC236}">
                            <a16:creationId xmlns:a16="http://schemas.microsoft.com/office/drawing/2014/main" id="{0A5119C3-A495-F23E-2997-C0787818A99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316337" y="0"/>
                        <a:ext cx="5875663" cy="6859131"/>
                        <a:chOff x="6316337" y="0"/>
                        <a:chExt cx="5875663" cy="6859131"/>
                      </a:xfrm>
                    </p:grpSpPr>
                    <p:grpSp>
                      <p:nvGrpSpPr>
                        <p:cNvPr id="58" name="群組 57">
                          <a:extLst>
                            <a:ext uri="{FF2B5EF4-FFF2-40B4-BE49-F238E27FC236}">
                              <a16:creationId xmlns:a16="http://schemas.microsoft.com/office/drawing/2014/main" id="{BECD26A2-172C-7320-9DD8-271BE380840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6316337" y="0"/>
                          <a:ext cx="5875663" cy="6859131"/>
                          <a:chOff x="6316337" y="0"/>
                          <a:chExt cx="5875663" cy="6859131"/>
                        </a:xfrm>
                      </p:grpSpPr>
                      <p:grpSp>
                        <p:nvGrpSpPr>
                          <p:cNvPr id="53" name="群組 52">
                            <a:extLst>
                              <a:ext uri="{FF2B5EF4-FFF2-40B4-BE49-F238E27FC236}">
                                <a16:creationId xmlns:a16="http://schemas.microsoft.com/office/drawing/2014/main" id="{10AA1C5F-6492-3FE9-9CCD-B4BE4AF23F7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6316337" y="0"/>
                            <a:ext cx="5875663" cy="6859131"/>
                            <a:chOff x="6316337" y="0"/>
                            <a:chExt cx="5875663" cy="6859131"/>
                          </a:xfrm>
                        </p:grpSpPr>
                        <p:grpSp>
                          <p:nvGrpSpPr>
                            <p:cNvPr id="35" name="群組 34">
                              <a:extLst>
                                <a:ext uri="{FF2B5EF4-FFF2-40B4-BE49-F238E27FC236}">
                                  <a16:creationId xmlns:a16="http://schemas.microsoft.com/office/drawing/2014/main" id="{055BEF86-9343-666C-51FF-BD3476A2A7C3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6316337" y="0"/>
                              <a:ext cx="5875663" cy="6859131"/>
                              <a:chOff x="6316337" y="0"/>
                              <a:chExt cx="5875663" cy="6859131"/>
                            </a:xfrm>
                          </p:grpSpPr>
                          <p:grpSp>
                            <p:nvGrpSpPr>
                              <p:cNvPr id="38" name="群組 37">
                                <a:extLst>
                                  <a:ext uri="{FF2B5EF4-FFF2-40B4-BE49-F238E27FC236}">
                                    <a16:creationId xmlns:a16="http://schemas.microsoft.com/office/drawing/2014/main" id="{9131E08A-5C5B-EBC8-89D7-0EDCC4D6BBB3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6316337" y="0"/>
                                <a:ext cx="5875663" cy="6859131"/>
                                <a:chOff x="6316337" y="0"/>
                                <a:chExt cx="5875663" cy="6859131"/>
                              </a:xfrm>
                            </p:grpSpPr>
                            <p:grpSp>
                              <p:nvGrpSpPr>
                                <p:cNvPr id="4" name="群組 3">
                                  <a:extLst>
                                    <a:ext uri="{FF2B5EF4-FFF2-40B4-BE49-F238E27FC236}">
                                      <a16:creationId xmlns:a16="http://schemas.microsoft.com/office/drawing/2014/main" id="{EE98C3E0-7F7D-08BE-101D-23CC5057D131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6316337" y="0"/>
                                  <a:ext cx="5875663" cy="6859131"/>
                                  <a:chOff x="6316337" y="0"/>
                                  <a:chExt cx="5875663" cy="6859131"/>
                                </a:xfrm>
                              </p:grpSpPr>
                              <p:grpSp>
                                <p:nvGrpSpPr>
                                  <p:cNvPr id="14" name="群組 13">
                                    <a:extLst>
                                      <a:ext uri="{FF2B5EF4-FFF2-40B4-BE49-F238E27FC236}">
                                        <a16:creationId xmlns:a16="http://schemas.microsoft.com/office/drawing/2014/main" id="{1B63CD7E-80B9-29B1-0B5B-2903BE46387F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6316337" y="0"/>
                                    <a:ext cx="5875663" cy="6859131"/>
                                    <a:chOff x="6316337" y="0"/>
                                    <a:chExt cx="5875663" cy="6859131"/>
                                  </a:xfrm>
                                </p:grpSpPr>
                                <p:pic>
                                  <p:nvPicPr>
                                    <p:cNvPr id="9" name="圖片 8">
                                      <a:extLst>
                                        <a:ext uri="{FF2B5EF4-FFF2-40B4-BE49-F238E27FC236}">
                                          <a16:creationId xmlns:a16="http://schemas.microsoft.com/office/drawing/2014/main" id="{96874FDB-4CFE-846A-A2BC-75DEB7B0D220}"/>
                                        </a:ext>
                                      </a:extLst>
                                    </p:cNvPr>
                                    <p:cNvPicPr>
                                      <a:picLocks noChangeAspect="1"/>
                                    </p:cNvPicPr>
                                    <p:nvPr/>
                                  </p:nvPicPr>
                                  <p:blipFill>
                                    <a:blip r:embed="rId2"/>
                                    <a:stretch>
                                      <a:fillRect/>
                                    </a:stretch>
                                  </p:blipFill>
                                  <p:spPr>
                                    <a:xfrm rot="5400000">
                                      <a:off x="5825168" y="492300"/>
                                      <a:ext cx="6858000" cy="5875662"/>
                                    </a:xfrm>
                                    <a:prstGeom prst="rect">
                                      <a:avLst/>
                                    </a:prstGeom>
                                  </p:spPr>
                                </p:pic>
                                <p:cxnSp>
                                  <p:nvCxnSpPr>
                                    <p:cNvPr id="10" name="直線接點 9">
                                      <a:extLst>
                                        <a:ext uri="{FF2B5EF4-FFF2-40B4-BE49-F238E27FC236}">
                                          <a16:creationId xmlns:a16="http://schemas.microsoft.com/office/drawing/2014/main" id="{36A797F1-CAD8-645E-82C6-E4C754D58F47}"/>
                                        </a:ext>
                                      </a:extLst>
                                    </p:cNvPr>
                                    <p:cNvCxnSpPr>
                                      <a:cxnSpLocks/>
                                    </p:cNvCxnSpPr>
                                    <p:nvPr/>
                                  </p:nvCxnSpPr>
                                  <p:spPr>
                                    <a:xfrm>
                                      <a:off x="6325385" y="6655124"/>
                                      <a:ext cx="5866615" cy="0"/>
                                    </a:xfrm>
                                    <a:prstGeom prst="line">
                                      <a:avLst/>
                                    </a:prstGeom>
                                    <a:ln w="28575"/>
                                  </p:spPr>
                                  <p:style>
                                    <a:lnRef idx="2">
                                      <a:schemeClr val="accent1"/>
                                    </a:lnRef>
                                    <a:fillRef idx="0">
                                      <a:schemeClr val="accent1"/>
                                    </a:fillRef>
                                    <a:effectRef idx="1">
                                      <a:schemeClr val="accent1"/>
                                    </a:effectRef>
                                    <a:fontRef idx="minor">
                                      <a:schemeClr val="tx1"/>
                                    </a:fontRef>
                                  </p:style>
                                </p:cxnSp>
                                <p:cxnSp>
                                  <p:nvCxnSpPr>
                                    <p:cNvPr id="11" name="直線接點 10">
                                      <a:extLst>
                                        <a:ext uri="{FF2B5EF4-FFF2-40B4-BE49-F238E27FC236}">
                                          <a16:creationId xmlns:a16="http://schemas.microsoft.com/office/drawing/2014/main" id="{F68B19D8-22F5-89C4-B7AF-700F2EBF9F8F}"/>
                                        </a:ext>
                                      </a:extLst>
                                    </p:cNvPr>
                                    <p:cNvCxnSpPr>
                                      <a:cxnSpLocks/>
                                    </p:cNvCxnSpPr>
                                    <p:nvPr/>
                                  </p:nvCxnSpPr>
                                  <p:spPr>
                                    <a:xfrm rot="5400000">
                                      <a:off x="3074718" y="3429000"/>
                                      <a:ext cx="6858000" cy="0"/>
                                    </a:xfrm>
                                    <a:prstGeom prst="line">
                                      <a:avLst/>
                                    </a:prstGeom>
                                    <a:ln w="28575"/>
                                  </p:spPr>
                                  <p:style>
                                    <a:lnRef idx="2">
                                      <a:schemeClr val="accent1"/>
                                    </a:lnRef>
                                    <a:fillRef idx="0">
                                      <a:schemeClr val="accent1"/>
                                    </a:fillRef>
                                    <a:effectRef idx="1">
                                      <a:schemeClr val="accent1"/>
                                    </a:effectRef>
                                    <a:fontRef idx="minor">
                                      <a:schemeClr val="tx1"/>
                                    </a:fontRef>
                                  </p:style>
                                </p:cxnSp>
                              </p:grpSp>
                              <p:sp>
                                <p:nvSpPr>
                                  <p:cNvPr id="15" name="等腰三角形 14">
                                    <a:extLst>
                                      <a:ext uri="{FF2B5EF4-FFF2-40B4-BE49-F238E27FC236}">
                                        <a16:creationId xmlns:a16="http://schemas.microsoft.com/office/drawing/2014/main" id="{49A8A8C2-45D2-C73E-A5DE-FAB3B90B728F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 rot="5400000" flipH="1">
                                    <a:off x="8448674" y="5158149"/>
                                    <a:ext cx="45719" cy="103695"/>
                                  </a:xfrm>
                                  <a:prstGeom prst="triangle">
                                    <a:avLst/>
                                  </a:prstGeom>
                                  <a:solidFill>
                                    <a:srgbClr val="FFFF00"/>
                                  </a:solidFill>
                                  <a:ln>
                                    <a:noFill/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zh-TW" altLang="en-US"/>
                                  </a:p>
                                </p:txBody>
                              </p:sp>
                              <p:sp>
                                <p:nvSpPr>
                                  <p:cNvPr id="2" name="等腰三角形 1">
                                    <a:extLst>
                                      <a:ext uri="{FF2B5EF4-FFF2-40B4-BE49-F238E27FC236}">
                                        <a16:creationId xmlns:a16="http://schemas.microsoft.com/office/drawing/2014/main" id="{B20D26E0-C114-3AE2-A921-C8003EDEE693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 rot="16200000" flipH="1">
                                    <a:off x="8912159" y="5093576"/>
                                    <a:ext cx="45719" cy="103695"/>
                                  </a:xfrm>
                                  <a:prstGeom prst="triangle">
                                    <a:avLst/>
                                  </a:prstGeom>
                                  <a:solidFill>
                                    <a:srgbClr val="FFFF00"/>
                                  </a:solidFill>
                                  <a:ln>
                                    <a:noFill/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zh-TW" altLang="en-US"/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37" name="橢圓 36">
                                  <a:extLst>
                                    <a:ext uri="{FF2B5EF4-FFF2-40B4-BE49-F238E27FC236}">
                                      <a16:creationId xmlns:a16="http://schemas.microsoft.com/office/drawing/2014/main" id="{240DBCF6-9918-6CCB-A10E-6AF135C4C6D0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 rot="5400000">
                                  <a:off x="6456586" y="6607016"/>
                                  <a:ext cx="104469" cy="104469"/>
                                </a:xfrm>
                                <a:prstGeom prst="ellipse">
                                  <a:avLst/>
                                </a:prstGeom>
                                <a:solidFill>
                                  <a:srgbClr val="FFC000"/>
                                </a:solidFill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zh-TW" altLang="en-US"/>
                                </a:p>
                              </p:txBody>
                            </p:sp>
                          </p:grpSp>
                          <p:sp>
                            <p:nvSpPr>
                              <p:cNvPr id="3" name="等腰三角形 2">
                                <a:extLst>
                                  <a:ext uri="{FF2B5EF4-FFF2-40B4-BE49-F238E27FC236}">
                                    <a16:creationId xmlns:a16="http://schemas.microsoft.com/office/drawing/2014/main" id="{801E85E3-BCD2-396F-73DA-85824D1A0421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5400000" flipH="1">
                                <a:off x="7247466" y="4066211"/>
                                <a:ext cx="45719" cy="103695"/>
                              </a:xfrm>
                              <a:prstGeom prst="triangle">
                                <a:avLst/>
                              </a:prstGeom>
                              <a:solidFill>
                                <a:srgbClr val="002060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TW" altLang="en-US"/>
                              </a:p>
                            </p:txBody>
                          </p:sp>
                          <p:sp>
                            <p:nvSpPr>
                              <p:cNvPr id="7" name="等腰三角形 6">
                                <a:extLst>
                                  <a:ext uri="{FF2B5EF4-FFF2-40B4-BE49-F238E27FC236}">
                                    <a16:creationId xmlns:a16="http://schemas.microsoft.com/office/drawing/2014/main" id="{0224318C-DAFE-BD5C-7E7A-BBFD03E060F3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0800000" flipH="1">
                                <a:off x="7415983" y="3803675"/>
                                <a:ext cx="45719" cy="103695"/>
                              </a:xfrm>
                              <a:prstGeom prst="triangle">
                                <a:avLst/>
                              </a:prstGeom>
                              <a:solidFill>
                                <a:srgbClr val="002060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TW" altLang="en-US"/>
                              </a:p>
                            </p:txBody>
                          </p:sp>
                          <p:sp>
                            <p:nvSpPr>
                              <p:cNvPr id="33" name="等腰三角形 32">
                                <a:extLst>
                                  <a:ext uri="{FF2B5EF4-FFF2-40B4-BE49-F238E27FC236}">
                                    <a16:creationId xmlns:a16="http://schemas.microsoft.com/office/drawing/2014/main" id="{E6EDCBAF-041D-AB67-9746-B47696D13F48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0800000" flipH="1">
                                <a:off x="9714651" y="4878488"/>
                                <a:ext cx="45719" cy="103695"/>
                              </a:xfrm>
                              <a:prstGeom prst="triangle">
                                <a:avLst/>
                              </a:prstGeom>
                              <a:solidFill>
                                <a:srgbClr val="C00000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TW" altLang="en-US"/>
                              </a:p>
                            </p:txBody>
                          </p:sp>
                          <p:sp>
                            <p:nvSpPr>
                              <p:cNvPr id="34" name="等腰三角形 33">
                                <a:extLst>
                                  <a:ext uri="{FF2B5EF4-FFF2-40B4-BE49-F238E27FC236}">
                                    <a16:creationId xmlns:a16="http://schemas.microsoft.com/office/drawing/2014/main" id="{05868214-2C4E-ECE4-EC95-5F5D98F226E9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6200000" flipH="1">
                                <a:off x="9991381" y="5093575"/>
                                <a:ext cx="45719" cy="103695"/>
                              </a:xfrm>
                              <a:prstGeom prst="triangle">
                                <a:avLst/>
                              </a:prstGeom>
                              <a:solidFill>
                                <a:srgbClr val="C00000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TW" altLang="en-US"/>
                              </a:p>
                            </p:txBody>
                          </p:sp>
                        </p:grpSp>
                        <p:cxnSp>
                          <p:nvCxnSpPr>
                            <p:cNvPr id="45" name="直線單箭頭接點 44">
                              <a:extLst>
                                <a:ext uri="{FF2B5EF4-FFF2-40B4-BE49-F238E27FC236}">
                                  <a16:creationId xmlns:a16="http://schemas.microsoft.com/office/drawing/2014/main" id="{29140020-99A1-302A-493C-D50707F7D14F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7350454" y="3946805"/>
                              <a:ext cx="234000" cy="0"/>
                            </a:xfrm>
                            <a:prstGeom prst="straightConnector1">
                              <a:avLst/>
                            </a:prstGeom>
                            <a:ln>
                              <a:solidFill>
                                <a:srgbClr val="00206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47" name="直線單箭頭接點 46">
                              <a:extLst>
                                <a:ext uri="{FF2B5EF4-FFF2-40B4-BE49-F238E27FC236}">
                                  <a16:creationId xmlns:a16="http://schemas.microsoft.com/office/drawing/2014/main" id="{3691E7D2-FEF3-C122-66A2-822642A9FF42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 rot="16200000">
                              <a:off x="7255304" y="4108631"/>
                              <a:ext cx="234000" cy="0"/>
                            </a:xfrm>
                            <a:prstGeom prst="straightConnector1">
                              <a:avLst/>
                            </a:prstGeom>
                            <a:ln>
                              <a:solidFill>
                                <a:srgbClr val="00206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48" name="直線單箭頭接點 47">
                              <a:extLst>
                                <a:ext uri="{FF2B5EF4-FFF2-40B4-BE49-F238E27FC236}">
                                  <a16:creationId xmlns:a16="http://schemas.microsoft.com/office/drawing/2014/main" id="{38684811-9561-001C-7D3D-FE20CF964594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 rot="5400000" flipV="1">
                              <a:off x="7213499" y="4121512"/>
                              <a:ext cx="234000" cy="0"/>
                            </a:xfrm>
                            <a:prstGeom prst="straightConnector1">
                              <a:avLst/>
                            </a:prstGeom>
                            <a:ln>
                              <a:solidFill>
                                <a:srgbClr val="00206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grpSp>
                        <p:nvGrpSpPr>
                          <p:cNvPr id="57" name="群組 56">
                            <a:extLst>
                              <a:ext uri="{FF2B5EF4-FFF2-40B4-BE49-F238E27FC236}">
                                <a16:creationId xmlns:a16="http://schemas.microsoft.com/office/drawing/2014/main" id="{8DDBDD13-C1DB-D1E9-CB3F-FFA32C6D330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8579097" y="5005563"/>
                            <a:ext cx="39115" cy="298574"/>
                            <a:chOff x="8579097" y="5005563"/>
                            <a:chExt cx="39115" cy="298574"/>
                          </a:xfrm>
                        </p:grpSpPr>
                        <p:cxnSp>
                          <p:nvCxnSpPr>
                            <p:cNvPr id="55" name="直線單箭頭接點 54">
                              <a:extLst>
                                <a:ext uri="{FF2B5EF4-FFF2-40B4-BE49-F238E27FC236}">
                                  <a16:creationId xmlns:a16="http://schemas.microsoft.com/office/drawing/2014/main" id="{1D10F39B-84E8-13B9-9B28-4AFEF56AD12F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 rot="5400000" flipV="1">
                              <a:off x="8462097" y="5187137"/>
                              <a:ext cx="234000" cy="0"/>
                            </a:xfrm>
                            <a:prstGeom prst="straightConnector1">
                              <a:avLst/>
                            </a:prstGeom>
                            <a:ln>
                              <a:solidFill>
                                <a:srgbClr val="FFFF0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56" name="直線單箭頭接點 55">
                              <a:extLst>
                                <a:ext uri="{FF2B5EF4-FFF2-40B4-BE49-F238E27FC236}">
                                  <a16:creationId xmlns:a16="http://schemas.microsoft.com/office/drawing/2014/main" id="{80EF027F-492B-5234-31DB-4CCBBD6E71B3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 rot="16200000">
                              <a:off x="8501212" y="5122563"/>
                              <a:ext cx="234000" cy="0"/>
                            </a:xfrm>
                            <a:prstGeom prst="straightConnector1">
                              <a:avLst/>
                            </a:prstGeom>
                            <a:ln>
                              <a:solidFill>
                                <a:srgbClr val="FFFF0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</p:grpSp>
                    <p:cxnSp>
                      <p:nvCxnSpPr>
                        <p:cNvPr id="54" name="直線單箭頭接點 53">
                          <a:extLst>
                            <a:ext uri="{FF2B5EF4-FFF2-40B4-BE49-F238E27FC236}">
                              <a16:creationId xmlns:a16="http://schemas.microsoft.com/office/drawing/2014/main" id="{1EE12686-71F9-BD9C-F82B-08146638B02A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rot="5400000" flipV="1">
                          <a:off x="8424389" y="5147382"/>
                          <a:ext cx="234000" cy="0"/>
                        </a:xfrm>
                        <a:prstGeom prst="straightConnector1">
                          <a:avLst/>
                        </a:prstGeom>
                        <a:ln>
                          <a:solidFill>
                            <a:srgbClr val="FFFF00"/>
                          </a:solidFill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cxnSp>
                    <p:nvCxnSpPr>
                      <p:cNvPr id="62" name="直線單箭頭接點 61">
                        <a:extLst>
                          <a:ext uri="{FF2B5EF4-FFF2-40B4-BE49-F238E27FC236}">
                            <a16:creationId xmlns:a16="http://schemas.microsoft.com/office/drawing/2014/main" id="{7C1F5039-2C27-25D2-E7CD-34163C0408B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6200000">
                        <a:off x="9514381" y="5137525"/>
                        <a:ext cx="234000" cy="0"/>
                      </a:xfrm>
                      <a:prstGeom prst="straightConnector1">
                        <a:avLst/>
                      </a:prstGeom>
                      <a:ln>
                        <a:solidFill>
                          <a:srgbClr val="C00000"/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" name="直線單箭頭接點 62">
                        <a:extLst>
                          <a:ext uri="{FF2B5EF4-FFF2-40B4-BE49-F238E27FC236}">
                            <a16:creationId xmlns:a16="http://schemas.microsoft.com/office/drawing/2014/main" id="{E1975A6C-0CD9-B640-6E5E-25472D09428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9923444" y="5056663"/>
                        <a:ext cx="29522" cy="239534"/>
                      </a:xfrm>
                      <a:prstGeom prst="straightConnector1">
                        <a:avLst/>
                      </a:prstGeom>
                      <a:ln>
                        <a:solidFill>
                          <a:srgbClr val="C00000"/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61" name="直線單箭頭接點 60">
                      <a:extLst>
                        <a:ext uri="{FF2B5EF4-FFF2-40B4-BE49-F238E27FC236}">
                          <a16:creationId xmlns:a16="http://schemas.microsoft.com/office/drawing/2014/main" id="{A0E60EC4-E6C1-F914-1143-A125F2FD4AE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>
                      <a:off x="9550516" y="5173663"/>
                      <a:ext cx="234000" cy="0"/>
                    </a:xfrm>
                    <a:prstGeom prst="straightConnector1">
                      <a:avLst/>
                    </a:prstGeom>
                    <a:ln>
                      <a:solidFill>
                        <a:srgbClr val="C0000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77" name="等腰三角形 76">
                    <a:extLst>
                      <a:ext uri="{FF2B5EF4-FFF2-40B4-BE49-F238E27FC236}">
                        <a16:creationId xmlns:a16="http://schemas.microsoft.com/office/drawing/2014/main" id="{5C445C73-1A5C-629E-9946-A39A7857851F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9562325" y="1104791"/>
                    <a:ext cx="45719" cy="103695"/>
                  </a:xfrm>
                  <a:prstGeom prst="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78" name="等腰三角形 77">
                    <a:extLst>
                      <a:ext uri="{FF2B5EF4-FFF2-40B4-BE49-F238E27FC236}">
                        <a16:creationId xmlns:a16="http://schemas.microsoft.com/office/drawing/2014/main" id="{C7D89B76-EAAB-98E1-5333-1AA51A6177C2}"/>
                      </a:ext>
                    </a:extLst>
                  </p:cNvPr>
                  <p:cNvSpPr/>
                  <p:nvPr/>
                </p:nvSpPr>
                <p:spPr>
                  <a:xfrm rot="16200000" flipH="1">
                    <a:off x="10025810" y="1040218"/>
                    <a:ext cx="45719" cy="103695"/>
                  </a:xfrm>
                  <a:prstGeom prst="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</p:grpSp>
            <p:sp>
              <p:nvSpPr>
                <p:cNvPr id="12" name="等腰三角形 11">
                  <a:extLst>
                    <a:ext uri="{FF2B5EF4-FFF2-40B4-BE49-F238E27FC236}">
                      <a16:creationId xmlns:a16="http://schemas.microsoft.com/office/drawing/2014/main" id="{7E328A9E-12A5-7DC9-5F8D-740645235177}"/>
                    </a:ext>
                  </a:extLst>
                </p:cNvPr>
                <p:cNvSpPr/>
                <p:nvPr/>
              </p:nvSpPr>
              <p:spPr>
                <a:xfrm flipH="1">
                  <a:off x="6536346" y="1202208"/>
                  <a:ext cx="45719" cy="103695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13" name="直線單箭頭接點 12">
                  <a:extLst>
                    <a:ext uri="{FF2B5EF4-FFF2-40B4-BE49-F238E27FC236}">
                      <a16:creationId xmlns:a16="http://schemas.microsoft.com/office/drawing/2014/main" id="{CFF7C65A-89E1-2B5F-D267-DF491A1E17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6594174" y="1086100"/>
                  <a:ext cx="234000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線單箭頭接點 20">
                  <a:extLst>
                    <a:ext uri="{FF2B5EF4-FFF2-40B4-BE49-F238E27FC236}">
                      <a16:creationId xmlns:a16="http://schemas.microsoft.com/office/drawing/2014/main" id="{ACDC6CFC-A77B-433F-5E5A-0E45EEF819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6545632" y="1092065"/>
                  <a:ext cx="234000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等腰三角形 15">
                <a:extLst>
                  <a:ext uri="{FF2B5EF4-FFF2-40B4-BE49-F238E27FC236}">
                    <a16:creationId xmlns:a16="http://schemas.microsoft.com/office/drawing/2014/main" id="{8204A7FB-37D4-F6C9-5A4F-352DAF8AED2F}"/>
                  </a:ext>
                </a:extLst>
              </p:cNvPr>
              <p:cNvSpPr/>
              <p:nvPr/>
            </p:nvSpPr>
            <p:spPr>
              <a:xfrm rot="10800000" flipH="1">
                <a:off x="6458000" y="850103"/>
                <a:ext cx="45719" cy="103695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80" name="直線單箭頭接點 79">
              <a:extLst>
                <a:ext uri="{FF2B5EF4-FFF2-40B4-BE49-F238E27FC236}">
                  <a16:creationId xmlns:a16="http://schemas.microsoft.com/office/drawing/2014/main" id="{C10DD2AE-5EB2-D021-0A8A-2007432DB1CE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9850496" y="1142233"/>
              <a:ext cx="234000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線單箭頭接點 80">
              <a:extLst>
                <a:ext uri="{FF2B5EF4-FFF2-40B4-BE49-F238E27FC236}">
                  <a16:creationId xmlns:a16="http://schemas.microsoft.com/office/drawing/2014/main" id="{8DD8493B-A8EB-DC82-F258-BBDA4AA7D57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554569" y="1119254"/>
              <a:ext cx="234000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單箭頭接點 81">
              <a:extLst>
                <a:ext uri="{FF2B5EF4-FFF2-40B4-BE49-F238E27FC236}">
                  <a16:creationId xmlns:a16="http://schemas.microsoft.com/office/drawing/2014/main" id="{B67925A3-8DAE-105E-F550-B9B269AAE348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9812788" y="1102478"/>
              <a:ext cx="234000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17F1130A-DC1B-2227-31C2-06C129711348}"/>
              </a:ext>
            </a:extLst>
          </p:cNvPr>
          <p:cNvGrpSpPr/>
          <p:nvPr/>
        </p:nvGrpSpPr>
        <p:grpSpPr>
          <a:xfrm>
            <a:off x="405324" y="5533185"/>
            <a:ext cx="1843637" cy="923577"/>
            <a:chOff x="1583678" y="4237357"/>
            <a:chExt cx="1843637" cy="923577"/>
          </a:xfrm>
        </p:grpSpPr>
        <p:sp>
          <p:nvSpPr>
            <p:cNvPr id="44" name="等腰三角形 43">
              <a:extLst>
                <a:ext uri="{FF2B5EF4-FFF2-40B4-BE49-F238E27FC236}">
                  <a16:creationId xmlns:a16="http://schemas.microsoft.com/office/drawing/2014/main" id="{5FB03AE6-B5E6-54DF-4A31-FC20E40F8C72}"/>
                </a:ext>
              </a:extLst>
            </p:cNvPr>
            <p:cNvSpPr/>
            <p:nvPr/>
          </p:nvSpPr>
          <p:spPr>
            <a:xfrm flipH="1">
              <a:off x="1604174" y="4619782"/>
              <a:ext cx="197603" cy="541152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6" name="等腰三角形 45">
              <a:extLst>
                <a:ext uri="{FF2B5EF4-FFF2-40B4-BE49-F238E27FC236}">
                  <a16:creationId xmlns:a16="http://schemas.microsoft.com/office/drawing/2014/main" id="{AC0A5CE7-D2FB-AD99-35E2-BF6AE574F6C7}"/>
                </a:ext>
              </a:extLst>
            </p:cNvPr>
            <p:cNvSpPr/>
            <p:nvPr/>
          </p:nvSpPr>
          <p:spPr>
            <a:xfrm flipH="1" flipV="1">
              <a:off x="1583678" y="4237357"/>
              <a:ext cx="238594" cy="448183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D9CD47B0-8C82-0681-150D-D9BCF32D4A77}"/>
                </a:ext>
              </a:extLst>
            </p:cNvPr>
            <p:cNvGrpSpPr/>
            <p:nvPr/>
          </p:nvGrpSpPr>
          <p:grpSpPr>
            <a:xfrm>
              <a:off x="1973553" y="4286820"/>
              <a:ext cx="1453762" cy="788204"/>
              <a:chOff x="1841578" y="4672611"/>
              <a:chExt cx="1453762" cy="788204"/>
            </a:xfrm>
          </p:grpSpPr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E1F01CDC-E9F6-6604-75B8-AD03E8AD174A}"/>
                  </a:ext>
                </a:extLst>
              </p:cNvPr>
              <p:cNvSpPr txBox="1"/>
              <p:nvPr/>
            </p:nvSpPr>
            <p:spPr>
              <a:xfrm>
                <a:off x="1841578" y="5091484"/>
                <a:ext cx="1453762" cy="369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322, 2</a:t>
                </a:r>
                <a:endParaRPr lang="zh-TW" altLang="en-US" dirty="0"/>
              </a:p>
            </p:txBody>
          </p:sp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206EC878-D51F-30AE-4160-30EFDE340445}"/>
                  </a:ext>
                </a:extLst>
              </p:cNvPr>
              <p:cNvSpPr txBox="1"/>
              <p:nvPr/>
            </p:nvSpPr>
            <p:spPr>
              <a:xfrm>
                <a:off x="1841578" y="4672611"/>
                <a:ext cx="14537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353, -2</a:t>
                </a:r>
                <a:endParaRPr lang="zh-TW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01445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A0FCCDF-3375-B076-4323-09A200F6D80F}"/>
              </a:ext>
            </a:extLst>
          </p:cNvPr>
          <p:cNvSpPr txBox="1"/>
          <p:nvPr/>
        </p:nvSpPr>
        <p:spPr>
          <a:xfrm>
            <a:off x="169682" y="188536"/>
            <a:ext cx="876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Town 2</a:t>
            </a:r>
            <a:endParaRPr lang="zh-TW" altLang="en-US" dirty="0"/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AB1AA265-5640-808D-FCCA-6449B93CD173}"/>
              </a:ext>
            </a:extLst>
          </p:cNvPr>
          <p:cNvGrpSpPr/>
          <p:nvPr/>
        </p:nvGrpSpPr>
        <p:grpSpPr>
          <a:xfrm>
            <a:off x="341457" y="726082"/>
            <a:ext cx="4116243" cy="996348"/>
            <a:chOff x="341457" y="726082"/>
            <a:chExt cx="4116243" cy="996348"/>
          </a:xfrm>
        </p:grpSpPr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0BF4187E-FF4E-3AFA-47FA-7D50480E6A0B}"/>
                </a:ext>
              </a:extLst>
            </p:cNvPr>
            <p:cNvGrpSpPr/>
            <p:nvPr/>
          </p:nvGrpSpPr>
          <p:grpSpPr>
            <a:xfrm>
              <a:off x="341457" y="726082"/>
              <a:ext cx="1823142" cy="996348"/>
              <a:chOff x="1604173" y="3761513"/>
              <a:chExt cx="1823142" cy="996348"/>
            </a:xfrm>
          </p:grpSpPr>
          <p:sp>
            <p:nvSpPr>
              <p:cNvPr id="11" name="等腰三角形 10">
                <a:extLst>
                  <a:ext uri="{FF2B5EF4-FFF2-40B4-BE49-F238E27FC236}">
                    <a16:creationId xmlns:a16="http://schemas.microsoft.com/office/drawing/2014/main" id="{FDEE838A-C7AD-2A2A-0B51-AB4D33914D4C}"/>
                  </a:ext>
                </a:extLst>
              </p:cNvPr>
              <p:cNvSpPr/>
              <p:nvPr/>
            </p:nvSpPr>
            <p:spPr>
              <a:xfrm rot="10800000" flipH="1">
                <a:off x="1604173" y="3761513"/>
                <a:ext cx="197603" cy="541153"/>
              </a:xfrm>
              <a:prstGeom prst="triangle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2" name="等腰三角形 11">
                <a:extLst>
                  <a:ext uri="{FF2B5EF4-FFF2-40B4-BE49-F238E27FC236}">
                    <a16:creationId xmlns:a16="http://schemas.microsoft.com/office/drawing/2014/main" id="{55CAE0A0-061D-3A0E-2999-335D54D1DA96}"/>
                  </a:ext>
                </a:extLst>
              </p:cNvPr>
              <p:cNvSpPr/>
              <p:nvPr/>
            </p:nvSpPr>
            <p:spPr>
              <a:xfrm flipH="1">
                <a:off x="1604174" y="4216709"/>
                <a:ext cx="197603" cy="541152"/>
              </a:xfrm>
              <a:prstGeom prst="triangl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grpSp>
            <p:nvGrpSpPr>
              <p:cNvPr id="14" name="群組 13">
                <a:extLst>
                  <a:ext uri="{FF2B5EF4-FFF2-40B4-BE49-F238E27FC236}">
                    <a16:creationId xmlns:a16="http://schemas.microsoft.com/office/drawing/2014/main" id="{020A5776-1A70-9FE4-4428-E467A641F352}"/>
                  </a:ext>
                </a:extLst>
              </p:cNvPr>
              <p:cNvGrpSpPr/>
              <p:nvPr/>
            </p:nvGrpSpPr>
            <p:grpSpPr>
              <a:xfrm>
                <a:off x="1973553" y="3847873"/>
                <a:ext cx="1453762" cy="824078"/>
                <a:chOff x="1841578" y="4233664"/>
                <a:chExt cx="1453762" cy="824078"/>
              </a:xfrm>
            </p:grpSpPr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3F795224-D164-C718-8CDD-7FD090943C1F}"/>
                    </a:ext>
                  </a:extLst>
                </p:cNvPr>
                <p:cNvSpPr txBox="1"/>
                <p:nvPr/>
              </p:nvSpPr>
              <p:spPr>
                <a:xfrm>
                  <a:off x="1841578" y="4233664"/>
                  <a:ext cx="14537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dirty="0"/>
                    <a:t>59,187.5</a:t>
                  </a:r>
                  <a:r>
                    <a:rPr lang="zh-TW" altLang="en-US" dirty="0"/>
                    <a:t> </a:t>
                  </a:r>
                </a:p>
              </p:txBody>
            </p:sp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E36FF938-3C35-D5FD-E95B-6B90BA675E5D}"/>
                    </a:ext>
                  </a:extLst>
                </p:cNvPr>
                <p:cNvSpPr txBox="1"/>
                <p:nvPr/>
              </p:nvSpPr>
              <p:spPr>
                <a:xfrm>
                  <a:off x="1841578" y="4688411"/>
                  <a:ext cx="1453762" cy="369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dirty="0"/>
                    <a:t>,191.5 </a:t>
                  </a:r>
                  <a:endParaRPr lang="zh-TW" altLang="en-US" dirty="0"/>
                </a:p>
              </p:txBody>
            </p:sp>
          </p:grpSp>
        </p:grp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2A6CA117-DA2A-B130-C4CB-CD072A44FBD6}"/>
                </a:ext>
              </a:extLst>
            </p:cNvPr>
            <p:cNvSpPr txBox="1"/>
            <p:nvPr/>
          </p:nvSpPr>
          <p:spPr>
            <a:xfrm>
              <a:off x="2164597" y="901316"/>
              <a:ext cx="229310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X:55,54,53</a:t>
              </a:r>
            </a:p>
            <a:p>
              <a:r>
                <a:rPr lang="en-US" altLang="zh-TW" dirty="0"/>
                <a:t>Y:183.5~195.5,197</a:t>
              </a:r>
              <a:endParaRPr lang="zh-TW" altLang="en-US" dirty="0"/>
            </a:p>
          </p:txBody>
        </p: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E2074904-1040-6CA9-0317-CF33E20058EE}"/>
              </a:ext>
            </a:extLst>
          </p:cNvPr>
          <p:cNvGrpSpPr/>
          <p:nvPr/>
        </p:nvGrpSpPr>
        <p:grpSpPr>
          <a:xfrm>
            <a:off x="169684" y="2002393"/>
            <a:ext cx="4288016" cy="910439"/>
            <a:chOff x="169684" y="726082"/>
            <a:chExt cx="4288016" cy="910439"/>
          </a:xfrm>
        </p:grpSpPr>
        <p:grpSp>
          <p:nvGrpSpPr>
            <p:cNvPr id="29" name="群組 28">
              <a:extLst>
                <a:ext uri="{FF2B5EF4-FFF2-40B4-BE49-F238E27FC236}">
                  <a16:creationId xmlns:a16="http://schemas.microsoft.com/office/drawing/2014/main" id="{4C208D56-CF5D-422A-2D92-02E55327CE37}"/>
                </a:ext>
              </a:extLst>
            </p:cNvPr>
            <p:cNvGrpSpPr/>
            <p:nvPr/>
          </p:nvGrpSpPr>
          <p:grpSpPr>
            <a:xfrm>
              <a:off x="169684" y="726082"/>
              <a:ext cx="1994915" cy="910439"/>
              <a:chOff x="1432400" y="3761513"/>
              <a:chExt cx="1994915" cy="910439"/>
            </a:xfrm>
          </p:grpSpPr>
          <p:sp>
            <p:nvSpPr>
              <p:cNvPr id="31" name="等腰三角形 30">
                <a:extLst>
                  <a:ext uri="{FF2B5EF4-FFF2-40B4-BE49-F238E27FC236}">
                    <a16:creationId xmlns:a16="http://schemas.microsoft.com/office/drawing/2014/main" id="{E1957E56-D349-CC85-CD43-1F2EA19FCEFA}"/>
                  </a:ext>
                </a:extLst>
              </p:cNvPr>
              <p:cNvSpPr/>
              <p:nvPr/>
            </p:nvSpPr>
            <p:spPr>
              <a:xfrm rot="10800000" flipH="1">
                <a:off x="1604173" y="3761513"/>
                <a:ext cx="197603" cy="541153"/>
              </a:xfrm>
              <a:prstGeom prst="triangle">
                <a:avLst/>
              </a:prstGeom>
              <a:solidFill>
                <a:srgbClr val="C000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2" name="等腰三角形 31">
                <a:extLst>
                  <a:ext uri="{FF2B5EF4-FFF2-40B4-BE49-F238E27FC236}">
                    <a16:creationId xmlns:a16="http://schemas.microsoft.com/office/drawing/2014/main" id="{BEFB78BA-5FF4-597B-385B-77FD8C71B5DE}"/>
                  </a:ext>
                </a:extLst>
              </p:cNvPr>
              <p:cNvSpPr/>
              <p:nvPr/>
            </p:nvSpPr>
            <p:spPr>
              <a:xfrm rot="5400000" flipH="1">
                <a:off x="1604174" y="4216709"/>
                <a:ext cx="197603" cy="541152"/>
              </a:xfrm>
              <a:prstGeom prst="triangl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grpSp>
            <p:nvGrpSpPr>
              <p:cNvPr id="33" name="群組 32">
                <a:extLst>
                  <a:ext uri="{FF2B5EF4-FFF2-40B4-BE49-F238E27FC236}">
                    <a16:creationId xmlns:a16="http://schemas.microsoft.com/office/drawing/2014/main" id="{AD710481-3B47-6920-7A58-2190342E3152}"/>
                  </a:ext>
                </a:extLst>
              </p:cNvPr>
              <p:cNvGrpSpPr/>
              <p:nvPr/>
            </p:nvGrpSpPr>
            <p:grpSpPr>
              <a:xfrm>
                <a:off x="1973553" y="3847873"/>
                <a:ext cx="1453762" cy="824079"/>
                <a:chOff x="1841578" y="4233664"/>
                <a:chExt cx="1453762" cy="824079"/>
              </a:xfrm>
            </p:grpSpPr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02267C3E-B309-8645-1121-51216340E47E}"/>
                    </a:ext>
                  </a:extLst>
                </p:cNvPr>
                <p:cNvSpPr txBox="1"/>
                <p:nvPr/>
              </p:nvSpPr>
              <p:spPr>
                <a:xfrm>
                  <a:off x="1841578" y="4233664"/>
                  <a:ext cx="14537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dirty="0"/>
                    <a:t>59, 237</a:t>
                  </a:r>
                </a:p>
              </p:txBody>
            </p:sp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58525B1B-4441-B9C8-EEB8-3D6CCFEF1E56}"/>
                    </a:ext>
                  </a:extLst>
                </p:cNvPr>
                <p:cNvSpPr txBox="1"/>
                <p:nvPr/>
              </p:nvSpPr>
              <p:spPr>
                <a:xfrm>
                  <a:off x="1841578" y="4688411"/>
                  <a:ext cx="145376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dirty="0"/>
                    <a:t>46, 225</a:t>
                  </a:r>
                </a:p>
              </p:txBody>
            </p:sp>
          </p:grpSp>
        </p:grp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4FDB000E-77DD-029F-38CC-52BE5E7DBC8F}"/>
                </a:ext>
              </a:extLst>
            </p:cNvPr>
            <p:cNvSpPr txBox="1"/>
            <p:nvPr/>
          </p:nvSpPr>
          <p:spPr>
            <a:xfrm>
              <a:off x="2164597" y="901316"/>
              <a:ext cx="229310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X:53,50,38</a:t>
              </a:r>
            </a:p>
            <a:p>
              <a:r>
                <a:rPr lang="en-US" altLang="zh-TW" dirty="0"/>
                <a:t>Y:233~245,230,231</a:t>
              </a:r>
              <a:endParaRPr lang="zh-TW" altLang="en-US" dirty="0"/>
            </a:p>
          </p:txBody>
        </p:sp>
      </p:grp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B8266CD3-E109-8494-B77C-F57C196868FA}"/>
              </a:ext>
            </a:extLst>
          </p:cNvPr>
          <p:cNvGrpSpPr/>
          <p:nvPr/>
        </p:nvGrpSpPr>
        <p:grpSpPr>
          <a:xfrm>
            <a:off x="216165" y="3156965"/>
            <a:ext cx="2117460" cy="874114"/>
            <a:chOff x="1478883" y="4286820"/>
            <a:chExt cx="2117460" cy="874114"/>
          </a:xfrm>
        </p:grpSpPr>
        <p:sp>
          <p:nvSpPr>
            <p:cNvPr id="42" name="等腰三角形 41">
              <a:extLst>
                <a:ext uri="{FF2B5EF4-FFF2-40B4-BE49-F238E27FC236}">
                  <a16:creationId xmlns:a16="http://schemas.microsoft.com/office/drawing/2014/main" id="{3C7441BF-5D4F-1462-7EE1-3EF2F408F38E}"/>
                </a:ext>
              </a:extLst>
            </p:cNvPr>
            <p:cNvSpPr/>
            <p:nvPr/>
          </p:nvSpPr>
          <p:spPr>
            <a:xfrm rot="18900000" flipH="1">
              <a:off x="1604174" y="4619782"/>
              <a:ext cx="197603" cy="541152"/>
            </a:xfrm>
            <a:prstGeom prst="triangle">
              <a:avLst/>
            </a:prstGeom>
            <a:solidFill>
              <a:srgbClr val="00206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3" name="等腰三角形 42">
              <a:extLst>
                <a:ext uri="{FF2B5EF4-FFF2-40B4-BE49-F238E27FC236}">
                  <a16:creationId xmlns:a16="http://schemas.microsoft.com/office/drawing/2014/main" id="{7C41D259-418D-7F89-4AC1-C48A3E5E2B1F}"/>
                </a:ext>
              </a:extLst>
            </p:cNvPr>
            <p:cNvSpPr/>
            <p:nvPr/>
          </p:nvSpPr>
          <p:spPr>
            <a:xfrm rot="16200000" flipH="1" flipV="1">
              <a:off x="1583678" y="4237357"/>
              <a:ext cx="238594" cy="448183"/>
            </a:xfrm>
            <a:prstGeom prst="triangle">
              <a:avLst/>
            </a:prstGeom>
            <a:solidFill>
              <a:srgbClr val="00206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44" name="群組 43">
              <a:extLst>
                <a:ext uri="{FF2B5EF4-FFF2-40B4-BE49-F238E27FC236}">
                  <a16:creationId xmlns:a16="http://schemas.microsoft.com/office/drawing/2014/main" id="{B549C92A-8758-4463-CB3D-BCD5EAE3B5CC}"/>
                </a:ext>
              </a:extLst>
            </p:cNvPr>
            <p:cNvGrpSpPr/>
            <p:nvPr/>
          </p:nvGrpSpPr>
          <p:grpSpPr>
            <a:xfrm>
              <a:off x="1973553" y="4286820"/>
              <a:ext cx="1622790" cy="788205"/>
              <a:chOff x="1841578" y="4672611"/>
              <a:chExt cx="1622790" cy="788205"/>
            </a:xfrm>
          </p:grpSpPr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7853A4DA-C7C2-C1F4-F064-754B390DAFEA}"/>
                  </a:ext>
                </a:extLst>
              </p:cNvPr>
              <p:cNvSpPr txBox="1"/>
              <p:nvPr/>
            </p:nvSpPr>
            <p:spPr>
              <a:xfrm>
                <a:off x="1841578" y="5091484"/>
                <a:ext cx="16227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129, 238.5(-45)</a:t>
                </a:r>
                <a:endParaRPr lang="zh-TW" altLang="en-US" dirty="0"/>
              </a:p>
            </p:txBody>
          </p:sp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CA96D21F-7553-2F3E-FEF6-179A7BDE71BA}"/>
                  </a:ext>
                </a:extLst>
              </p:cNvPr>
              <p:cNvSpPr txBox="1"/>
              <p:nvPr/>
            </p:nvSpPr>
            <p:spPr>
              <a:xfrm>
                <a:off x="1841578" y="4672611"/>
                <a:ext cx="14537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132, 224</a:t>
                </a:r>
                <a:endParaRPr lang="zh-TW" altLang="en-US" dirty="0"/>
              </a:p>
            </p:txBody>
          </p:sp>
        </p:grpSp>
      </p:grp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68FF4F2A-CC51-FCE4-6CDB-F883E1BFF956}"/>
              </a:ext>
            </a:extLst>
          </p:cNvPr>
          <p:cNvSpPr txBox="1"/>
          <p:nvPr/>
        </p:nvSpPr>
        <p:spPr>
          <a:xfrm>
            <a:off x="2164596" y="3176147"/>
            <a:ext cx="2293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X:128~140</a:t>
            </a:r>
          </a:p>
          <a:p>
            <a:r>
              <a:rPr lang="en-US" altLang="zh-TW" dirty="0"/>
              <a:t>Y:229,230,231</a:t>
            </a:r>
            <a:endParaRPr lang="zh-TW" altLang="en-US" dirty="0"/>
          </a:p>
        </p:txBody>
      </p: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230299C4-4E43-7ACF-D6A0-46357A1CC260}"/>
              </a:ext>
            </a:extLst>
          </p:cNvPr>
          <p:cNvGrpSpPr/>
          <p:nvPr/>
        </p:nvGrpSpPr>
        <p:grpSpPr>
          <a:xfrm>
            <a:off x="169681" y="4399916"/>
            <a:ext cx="1994915" cy="788204"/>
            <a:chOff x="1432400" y="4286820"/>
            <a:chExt cx="1994915" cy="788204"/>
          </a:xfrm>
        </p:grpSpPr>
        <p:sp>
          <p:nvSpPr>
            <p:cNvPr id="57" name="等腰三角形 56">
              <a:extLst>
                <a:ext uri="{FF2B5EF4-FFF2-40B4-BE49-F238E27FC236}">
                  <a16:creationId xmlns:a16="http://schemas.microsoft.com/office/drawing/2014/main" id="{AF41579A-3E0B-532E-B460-55655423F233}"/>
                </a:ext>
              </a:extLst>
            </p:cNvPr>
            <p:cNvSpPr/>
            <p:nvPr/>
          </p:nvSpPr>
          <p:spPr>
            <a:xfrm rot="16200000" flipH="1">
              <a:off x="1604174" y="4619782"/>
              <a:ext cx="197603" cy="541152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8" name="等腰三角形 57">
              <a:extLst>
                <a:ext uri="{FF2B5EF4-FFF2-40B4-BE49-F238E27FC236}">
                  <a16:creationId xmlns:a16="http://schemas.microsoft.com/office/drawing/2014/main" id="{B7F40007-9601-3E36-515F-CD37C6A496D6}"/>
                </a:ext>
              </a:extLst>
            </p:cNvPr>
            <p:cNvSpPr/>
            <p:nvPr/>
          </p:nvSpPr>
          <p:spPr>
            <a:xfrm rot="16200000" flipH="1" flipV="1">
              <a:off x="1583678" y="4237357"/>
              <a:ext cx="238594" cy="448183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59" name="群組 58">
              <a:extLst>
                <a:ext uri="{FF2B5EF4-FFF2-40B4-BE49-F238E27FC236}">
                  <a16:creationId xmlns:a16="http://schemas.microsoft.com/office/drawing/2014/main" id="{DEE7A24B-C693-3584-F51E-B74AFF2FBF8B}"/>
                </a:ext>
              </a:extLst>
            </p:cNvPr>
            <p:cNvGrpSpPr/>
            <p:nvPr/>
          </p:nvGrpSpPr>
          <p:grpSpPr>
            <a:xfrm>
              <a:off x="1973553" y="4286820"/>
              <a:ext cx="1453762" cy="788204"/>
              <a:chOff x="1841578" y="4672611"/>
              <a:chExt cx="1453762" cy="788204"/>
            </a:xfrm>
          </p:grpSpPr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DD4DA414-50B1-3251-391C-A4A4C7038677}"/>
                  </a:ext>
                </a:extLst>
              </p:cNvPr>
              <p:cNvSpPr txBox="1"/>
              <p:nvPr/>
            </p:nvSpPr>
            <p:spPr>
              <a:xfrm>
                <a:off x="1841578" y="5091484"/>
                <a:ext cx="1453762" cy="369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194, 205</a:t>
                </a:r>
                <a:endParaRPr lang="zh-TW" altLang="en-US" dirty="0"/>
              </a:p>
            </p:txBody>
          </p:sp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E258818B-1A00-5006-CC89-67558CA01C5E}"/>
                  </a:ext>
                </a:extLst>
              </p:cNvPr>
              <p:cNvSpPr txBox="1"/>
              <p:nvPr/>
            </p:nvSpPr>
            <p:spPr>
              <a:xfrm>
                <a:off x="1841578" y="4672611"/>
                <a:ext cx="14537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190, 175</a:t>
                </a:r>
                <a:endParaRPr lang="zh-TW" altLang="en-US" dirty="0"/>
              </a:p>
            </p:txBody>
          </p:sp>
        </p:grpSp>
      </p:grp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587DDEBA-6A88-0288-52DB-80DC15BABC5A}"/>
              </a:ext>
            </a:extLst>
          </p:cNvPr>
          <p:cNvSpPr txBox="1"/>
          <p:nvPr/>
        </p:nvSpPr>
        <p:spPr>
          <a:xfrm>
            <a:off x="2164595" y="4442623"/>
            <a:ext cx="2293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X:186.5~197</a:t>
            </a:r>
          </a:p>
          <a:p>
            <a:r>
              <a:rPr lang="en-US" altLang="zh-TW" dirty="0"/>
              <a:t>Y:180,199,200</a:t>
            </a:r>
          </a:p>
        </p:txBody>
      </p:sp>
      <p:grpSp>
        <p:nvGrpSpPr>
          <p:cNvPr id="83" name="群組 82">
            <a:extLst>
              <a:ext uri="{FF2B5EF4-FFF2-40B4-BE49-F238E27FC236}">
                <a16:creationId xmlns:a16="http://schemas.microsoft.com/office/drawing/2014/main" id="{77D3F036-59DB-9516-1901-71228BDC1F4A}"/>
              </a:ext>
            </a:extLst>
          </p:cNvPr>
          <p:cNvGrpSpPr/>
          <p:nvPr/>
        </p:nvGrpSpPr>
        <p:grpSpPr>
          <a:xfrm>
            <a:off x="123511" y="6351624"/>
            <a:ext cx="2628408" cy="396274"/>
            <a:chOff x="522535" y="5814661"/>
            <a:chExt cx="2628409" cy="396274"/>
          </a:xfrm>
        </p:grpSpPr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9FE8EB06-C2AB-7C36-1900-5D07B1384CAA}"/>
                </a:ext>
              </a:extLst>
            </p:cNvPr>
            <p:cNvSpPr txBox="1"/>
            <p:nvPr/>
          </p:nvSpPr>
          <p:spPr>
            <a:xfrm>
              <a:off x="857839" y="5828132"/>
              <a:ext cx="22931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/>
                <a:t>測試過，行人會亂走</a:t>
              </a:r>
            </a:p>
          </p:txBody>
        </p:sp>
        <p:pic>
          <p:nvPicPr>
            <p:cNvPr id="82" name="圖片 81">
              <a:extLst>
                <a:ext uri="{FF2B5EF4-FFF2-40B4-BE49-F238E27FC236}">
                  <a16:creationId xmlns:a16="http://schemas.microsoft.com/office/drawing/2014/main" id="{6CBE9D29-3E32-769F-96CC-E1AC822F7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2535" y="5814661"/>
              <a:ext cx="396274" cy="396274"/>
            </a:xfrm>
            <a:prstGeom prst="rect">
              <a:avLst/>
            </a:prstGeom>
          </p:spPr>
        </p:pic>
      </p:grpSp>
      <p:grpSp>
        <p:nvGrpSpPr>
          <p:cNvPr id="90" name="群組 89">
            <a:extLst>
              <a:ext uri="{FF2B5EF4-FFF2-40B4-BE49-F238E27FC236}">
                <a16:creationId xmlns:a16="http://schemas.microsoft.com/office/drawing/2014/main" id="{288B36BB-99C1-336B-3A7C-2E5D3BADF3AB}"/>
              </a:ext>
            </a:extLst>
          </p:cNvPr>
          <p:cNvGrpSpPr/>
          <p:nvPr/>
        </p:nvGrpSpPr>
        <p:grpSpPr>
          <a:xfrm>
            <a:off x="5004477" y="0"/>
            <a:ext cx="7187523" cy="6858000"/>
            <a:chOff x="5004477" y="0"/>
            <a:chExt cx="7187523" cy="6858000"/>
          </a:xfrm>
        </p:grpSpPr>
        <p:grpSp>
          <p:nvGrpSpPr>
            <p:cNvPr id="55" name="群組 54">
              <a:extLst>
                <a:ext uri="{FF2B5EF4-FFF2-40B4-BE49-F238E27FC236}">
                  <a16:creationId xmlns:a16="http://schemas.microsoft.com/office/drawing/2014/main" id="{E93789D2-D930-E997-BD58-9327851915BF}"/>
                </a:ext>
              </a:extLst>
            </p:cNvPr>
            <p:cNvGrpSpPr/>
            <p:nvPr/>
          </p:nvGrpSpPr>
          <p:grpSpPr>
            <a:xfrm>
              <a:off x="5004477" y="0"/>
              <a:ext cx="7187523" cy="6858000"/>
              <a:chOff x="5004477" y="0"/>
              <a:chExt cx="7187523" cy="6858000"/>
            </a:xfrm>
          </p:grpSpPr>
          <p:grpSp>
            <p:nvGrpSpPr>
              <p:cNvPr id="47" name="群組 46">
                <a:extLst>
                  <a:ext uri="{FF2B5EF4-FFF2-40B4-BE49-F238E27FC236}">
                    <a16:creationId xmlns:a16="http://schemas.microsoft.com/office/drawing/2014/main" id="{000793A9-E98D-9DF3-3357-D1EE57B505F1}"/>
                  </a:ext>
                </a:extLst>
              </p:cNvPr>
              <p:cNvGrpSpPr/>
              <p:nvPr/>
            </p:nvGrpSpPr>
            <p:grpSpPr>
              <a:xfrm>
                <a:off x="5004477" y="0"/>
                <a:ext cx="7187523" cy="6858000"/>
                <a:chOff x="5004477" y="0"/>
                <a:chExt cx="7187523" cy="6858000"/>
              </a:xfrm>
            </p:grpSpPr>
            <p:grpSp>
              <p:nvGrpSpPr>
                <p:cNvPr id="13" name="群組 12">
                  <a:extLst>
                    <a:ext uri="{FF2B5EF4-FFF2-40B4-BE49-F238E27FC236}">
                      <a16:creationId xmlns:a16="http://schemas.microsoft.com/office/drawing/2014/main" id="{EEC22042-3149-B48E-CE63-639CAF593E11}"/>
                    </a:ext>
                  </a:extLst>
                </p:cNvPr>
                <p:cNvGrpSpPr/>
                <p:nvPr/>
              </p:nvGrpSpPr>
              <p:grpSpPr>
                <a:xfrm>
                  <a:off x="5004477" y="0"/>
                  <a:ext cx="7187523" cy="6858000"/>
                  <a:chOff x="5004477" y="0"/>
                  <a:chExt cx="7187523" cy="6858000"/>
                </a:xfrm>
              </p:grpSpPr>
              <p:grpSp>
                <p:nvGrpSpPr>
                  <p:cNvPr id="53" name="群組 52">
                    <a:extLst>
                      <a:ext uri="{FF2B5EF4-FFF2-40B4-BE49-F238E27FC236}">
                        <a16:creationId xmlns:a16="http://schemas.microsoft.com/office/drawing/2014/main" id="{B92F5AB8-4A26-4546-40AD-F7598F96185B}"/>
                      </a:ext>
                    </a:extLst>
                  </p:cNvPr>
                  <p:cNvGrpSpPr/>
                  <p:nvPr/>
                </p:nvGrpSpPr>
                <p:grpSpPr>
                  <a:xfrm>
                    <a:off x="5004477" y="0"/>
                    <a:ext cx="7187523" cy="6858000"/>
                    <a:chOff x="5004477" y="0"/>
                    <a:chExt cx="7187523" cy="6858000"/>
                  </a:xfrm>
                </p:grpSpPr>
                <p:grpSp>
                  <p:nvGrpSpPr>
                    <p:cNvPr id="25" name="群組 24">
                      <a:extLst>
                        <a:ext uri="{FF2B5EF4-FFF2-40B4-BE49-F238E27FC236}">
                          <a16:creationId xmlns:a16="http://schemas.microsoft.com/office/drawing/2014/main" id="{5011FBEC-F254-0AFD-5762-DFD73B0EA39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004477" y="0"/>
                      <a:ext cx="7187523" cy="6858000"/>
                      <a:chOff x="5004477" y="0"/>
                      <a:chExt cx="7187523" cy="6858000"/>
                    </a:xfrm>
                  </p:grpSpPr>
                  <p:grpSp>
                    <p:nvGrpSpPr>
                      <p:cNvPr id="8" name="群組 7">
                        <a:extLst>
                          <a:ext uri="{FF2B5EF4-FFF2-40B4-BE49-F238E27FC236}">
                            <a16:creationId xmlns:a16="http://schemas.microsoft.com/office/drawing/2014/main" id="{8DEA41CA-275E-E638-0A1F-AE0BD20B0C9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004477" y="0"/>
                        <a:ext cx="7187523" cy="6858000"/>
                        <a:chOff x="4251488" y="0"/>
                        <a:chExt cx="7187523" cy="6858000"/>
                      </a:xfrm>
                    </p:grpSpPr>
                    <p:pic>
                      <p:nvPicPr>
                        <p:cNvPr id="5" name="圖片 4">
                          <a:extLst>
                            <a:ext uri="{FF2B5EF4-FFF2-40B4-BE49-F238E27FC236}">
                              <a16:creationId xmlns:a16="http://schemas.microsoft.com/office/drawing/2014/main" id="{974A9C37-5147-C97C-64EA-8D94904FFCCF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"/>
                        <a:srcRect l="9003" r="9003"/>
                        <a:stretch>
                          <a:fillRect/>
                        </a:stretch>
                      </p:blipFill>
                      <p:spPr>
                        <a:xfrm rot="16200000">
                          <a:off x="4581011" y="0"/>
                          <a:ext cx="6858000" cy="6858000"/>
                        </a:xfrm>
                        <a:prstGeom prst="rect">
                          <a:avLst/>
                        </a:prstGeom>
                      </p:spPr>
                    </p:pic>
                    <p:cxnSp>
                      <p:nvCxnSpPr>
                        <p:cNvPr id="2" name="直線接點 1">
                          <a:extLst>
                            <a:ext uri="{FF2B5EF4-FFF2-40B4-BE49-F238E27FC236}">
                              <a16:creationId xmlns:a16="http://schemas.microsoft.com/office/drawing/2014/main" id="{3B035DEF-F5D5-4AD6-6F01-55C000A22DE7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251488" y="5693590"/>
                          <a:ext cx="7187523" cy="0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" name="直線接點 2">
                          <a:extLst>
                            <a:ext uri="{FF2B5EF4-FFF2-40B4-BE49-F238E27FC236}">
                              <a16:creationId xmlns:a16="http://schemas.microsoft.com/office/drawing/2014/main" id="{E5D84184-3FA8-290A-287B-325A59E1CD37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rot="5400000">
                          <a:off x="877678" y="3429000"/>
                          <a:ext cx="6858000" cy="0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4" name="橢圓 3">
                          <a:extLst>
                            <a:ext uri="{FF2B5EF4-FFF2-40B4-BE49-F238E27FC236}">
                              <a16:creationId xmlns:a16="http://schemas.microsoft.com/office/drawing/2014/main" id="{96EE6AD3-B65A-DE79-1D47-25111574FC0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5400000">
                          <a:off x="4259546" y="5645477"/>
                          <a:ext cx="104469" cy="104469"/>
                        </a:xfrm>
                        <a:prstGeom prst="ellipse">
                          <a:avLst/>
                        </a:prstGeom>
                        <a:solidFill>
                          <a:srgbClr val="FFC000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TW" altLang="en-US"/>
                        </a:p>
                      </p:txBody>
                    </p:sp>
                  </p:grpSp>
                  <p:sp>
                    <p:nvSpPr>
                      <p:cNvPr id="20" name="等腰三角形 19">
                        <a:extLst>
                          <a:ext uri="{FF2B5EF4-FFF2-40B4-BE49-F238E27FC236}">
                            <a16:creationId xmlns:a16="http://schemas.microsoft.com/office/drawing/2014/main" id="{A317C234-F203-B4C9-3321-4726E26207C2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8487695" y="4633565"/>
                        <a:ext cx="45719" cy="103695"/>
                      </a:xfrm>
                      <a:prstGeom prst="triangle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/>
                      </a:p>
                    </p:txBody>
                  </p:sp>
                  <p:sp>
                    <p:nvSpPr>
                      <p:cNvPr id="21" name="等腰三角形 20">
                        <a:extLst>
                          <a:ext uri="{FF2B5EF4-FFF2-40B4-BE49-F238E27FC236}">
                            <a16:creationId xmlns:a16="http://schemas.microsoft.com/office/drawing/2014/main" id="{D7DCDC85-402A-8EC9-0E2A-CAFB48F1915D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 flipH="1">
                        <a:off x="8362214" y="4026936"/>
                        <a:ext cx="45719" cy="103695"/>
                      </a:xfrm>
                      <a:prstGeom prst="triangle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/>
                      </a:p>
                    </p:txBody>
                  </p:sp>
                  <p:cxnSp>
                    <p:nvCxnSpPr>
                      <p:cNvPr id="22" name="直線單箭頭接點 21">
                        <a:extLst>
                          <a:ext uri="{FF2B5EF4-FFF2-40B4-BE49-F238E27FC236}">
                            <a16:creationId xmlns:a16="http://schemas.microsoft.com/office/drawing/2014/main" id="{06E4F44A-1F54-F2A2-0E0F-37A782D733E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8280762" y="4239578"/>
                        <a:ext cx="313775" cy="0"/>
                      </a:xfrm>
                      <a:prstGeom prst="straightConnector1">
                        <a:avLst/>
                      </a:prstGeom>
                      <a:ln>
                        <a:solidFill>
                          <a:srgbClr val="FFFF00"/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3" name="直線單箭頭接點 22">
                        <a:extLst>
                          <a:ext uri="{FF2B5EF4-FFF2-40B4-BE49-F238E27FC236}">
                            <a16:creationId xmlns:a16="http://schemas.microsoft.com/office/drawing/2014/main" id="{8AA9E646-B9F0-9E2B-8BA6-A8C6A876D43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8280762" y="4175004"/>
                        <a:ext cx="320994" cy="0"/>
                      </a:xfrm>
                      <a:prstGeom prst="straightConnector1">
                        <a:avLst/>
                      </a:prstGeom>
                      <a:ln>
                        <a:solidFill>
                          <a:srgbClr val="FFFF00"/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4" name="直線單箭頭接點 23">
                        <a:extLst>
                          <a:ext uri="{FF2B5EF4-FFF2-40B4-BE49-F238E27FC236}">
                            <a16:creationId xmlns:a16="http://schemas.microsoft.com/office/drawing/2014/main" id="{84C6A702-A537-CA88-B981-29CCEE63DA3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8248866" y="4199823"/>
                        <a:ext cx="323911" cy="0"/>
                      </a:xfrm>
                      <a:prstGeom prst="straightConnector1">
                        <a:avLst/>
                      </a:prstGeom>
                      <a:ln>
                        <a:solidFill>
                          <a:srgbClr val="FFFF00"/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36" name="等腰三角形 35">
                      <a:extLst>
                        <a:ext uri="{FF2B5EF4-FFF2-40B4-BE49-F238E27FC236}">
                          <a16:creationId xmlns:a16="http://schemas.microsoft.com/office/drawing/2014/main" id="{3191CACB-0956-7A12-0350-7F7DD156C488}"/>
                        </a:ext>
                      </a:extLst>
                    </p:cNvPr>
                    <p:cNvSpPr/>
                    <p:nvPr/>
                  </p:nvSpPr>
                  <p:spPr>
                    <a:xfrm rot="10800000" flipH="1">
                      <a:off x="9666839" y="4071309"/>
                      <a:ext cx="45719" cy="103695"/>
                    </a:xfrm>
                    <a:prstGeom prst="triangle">
                      <a:avLst/>
                    </a:prstGeom>
                    <a:solidFill>
                      <a:srgbClr val="C0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37" name="等腰三角形 36">
                      <a:extLst>
                        <a:ext uri="{FF2B5EF4-FFF2-40B4-BE49-F238E27FC236}">
                          <a16:creationId xmlns:a16="http://schemas.microsoft.com/office/drawing/2014/main" id="{766A6A1A-86EA-6EB3-4722-4D57DC30DB9E}"/>
                        </a:ext>
                      </a:extLst>
                    </p:cNvPr>
                    <p:cNvSpPr/>
                    <p:nvPr/>
                  </p:nvSpPr>
                  <p:spPr>
                    <a:xfrm rot="5400000" flipH="1">
                      <a:off x="9431884" y="4301463"/>
                      <a:ext cx="45719" cy="103695"/>
                    </a:xfrm>
                    <a:prstGeom prst="triangle">
                      <a:avLst/>
                    </a:prstGeom>
                    <a:solidFill>
                      <a:srgbClr val="C0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cxnSp>
                  <p:nvCxnSpPr>
                    <p:cNvPr id="38" name="直線單箭頭接點 37">
                      <a:extLst>
                        <a:ext uri="{FF2B5EF4-FFF2-40B4-BE49-F238E27FC236}">
                          <a16:creationId xmlns:a16="http://schemas.microsoft.com/office/drawing/2014/main" id="{BEB24FF7-FEAC-F487-A48B-AD7C3D86536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550829" y="4223128"/>
                      <a:ext cx="0" cy="353586"/>
                    </a:xfrm>
                    <a:prstGeom prst="straightConnector1">
                      <a:avLst/>
                    </a:prstGeom>
                    <a:ln>
                      <a:solidFill>
                        <a:srgbClr val="C0000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" name="直線單箭頭接點 38">
                      <a:extLst>
                        <a:ext uri="{FF2B5EF4-FFF2-40B4-BE49-F238E27FC236}">
                          <a16:creationId xmlns:a16="http://schemas.microsoft.com/office/drawing/2014/main" id="{99D5E981-6AC1-6FC1-0723-E5531FC43E0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21000000">
                      <a:off x="9603268" y="4275883"/>
                      <a:ext cx="36962" cy="299900"/>
                    </a:xfrm>
                    <a:prstGeom prst="straightConnector1">
                      <a:avLst/>
                    </a:prstGeom>
                    <a:ln>
                      <a:solidFill>
                        <a:srgbClr val="C0000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" name="直線單箭頭接點 39">
                      <a:extLst>
                        <a:ext uri="{FF2B5EF4-FFF2-40B4-BE49-F238E27FC236}">
                          <a16:creationId xmlns:a16="http://schemas.microsoft.com/office/drawing/2014/main" id="{AB5A5C03-4E47-54B0-BBFA-36604BE0177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V="1">
                      <a:off x="9723443" y="4048144"/>
                      <a:ext cx="0" cy="349969"/>
                    </a:xfrm>
                    <a:prstGeom prst="straightConnector1">
                      <a:avLst/>
                    </a:prstGeom>
                    <a:ln>
                      <a:solidFill>
                        <a:srgbClr val="C0000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7" name="等腰三角形 6">
                    <a:extLst>
                      <a:ext uri="{FF2B5EF4-FFF2-40B4-BE49-F238E27FC236}">
                        <a16:creationId xmlns:a16="http://schemas.microsoft.com/office/drawing/2014/main" id="{EEAE4CF2-400E-0FBF-9F66-9E4BE11AAC3E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9380036" y="2013160"/>
                    <a:ext cx="45719" cy="103695"/>
                  </a:xfrm>
                  <a:prstGeom prst="triangle">
                    <a:avLst/>
                  </a:prstGeom>
                  <a:solidFill>
                    <a:srgbClr val="00206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0" name="等腰三角形 9">
                    <a:extLst>
                      <a:ext uri="{FF2B5EF4-FFF2-40B4-BE49-F238E27FC236}">
                        <a16:creationId xmlns:a16="http://schemas.microsoft.com/office/drawing/2014/main" id="{E9C43B9C-B732-74A1-5BB9-DB44D7F6BB5A}"/>
                      </a:ext>
                    </a:extLst>
                  </p:cNvPr>
                  <p:cNvSpPr/>
                  <p:nvPr/>
                </p:nvSpPr>
                <p:spPr>
                  <a:xfrm rot="19800000" flipH="1">
                    <a:off x="9724998" y="2040989"/>
                    <a:ext cx="45719" cy="103695"/>
                  </a:xfrm>
                  <a:prstGeom prst="triangle">
                    <a:avLst/>
                  </a:prstGeom>
                  <a:solidFill>
                    <a:srgbClr val="00206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</p:grpSp>
            <p:cxnSp>
              <p:nvCxnSpPr>
                <p:cNvPr id="15" name="直線單箭頭接點 14">
                  <a:extLst>
                    <a:ext uri="{FF2B5EF4-FFF2-40B4-BE49-F238E27FC236}">
                      <a16:creationId xmlns:a16="http://schemas.microsoft.com/office/drawing/2014/main" id="{F8C5F298-B22C-B9A6-2C2C-0E0F29EB91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V="1">
                  <a:off x="9373973" y="2004048"/>
                  <a:ext cx="313775" cy="0"/>
                </a:xfrm>
                <a:prstGeom prst="straightConnector1">
                  <a:avLst/>
                </a:prstGeom>
                <a:ln>
                  <a:solidFill>
                    <a:srgbClr val="00206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線單箭頭接點 17">
                  <a:extLst>
                    <a:ext uri="{FF2B5EF4-FFF2-40B4-BE49-F238E27FC236}">
                      <a16:creationId xmlns:a16="http://schemas.microsoft.com/office/drawing/2014/main" id="{CD63BBD5-5867-88B2-D7CF-17ACE1AB16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V="1">
                  <a:off x="9328709" y="2017130"/>
                  <a:ext cx="320994" cy="0"/>
                </a:xfrm>
                <a:prstGeom prst="straightConnector1">
                  <a:avLst/>
                </a:prstGeom>
                <a:ln>
                  <a:solidFill>
                    <a:srgbClr val="00206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線單箭頭接點 18">
                  <a:extLst>
                    <a:ext uri="{FF2B5EF4-FFF2-40B4-BE49-F238E27FC236}">
                      <a16:creationId xmlns:a16="http://schemas.microsoft.com/office/drawing/2014/main" id="{14FF5073-1474-84FA-9D7A-B315A1D735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9417468" y="2016936"/>
                  <a:ext cx="323911" cy="0"/>
                </a:xfrm>
                <a:prstGeom prst="straightConnector1">
                  <a:avLst/>
                </a:prstGeom>
                <a:ln>
                  <a:solidFill>
                    <a:srgbClr val="00206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9" name="等腰三角形 48">
                <a:extLst>
                  <a:ext uri="{FF2B5EF4-FFF2-40B4-BE49-F238E27FC236}">
                    <a16:creationId xmlns:a16="http://schemas.microsoft.com/office/drawing/2014/main" id="{A5442009-1D21-C45C-B91B-3115EC0E5D03}"/>
                  </a:ext>
                </a:extLst>
              </p:cNvPr>
              <p:cNvSpPr/>
              <p:nvPr/>
            </p:nvSpPr>
            <p:spPr>
              <a:xfrm rot="5400000" flipH="1">
                <a:off x="8136059" y="492864"/>
                <a:ext cx="45719" cy="103695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0" name="等腰三角形 49">
                <a:extLst>
                  <a:ext uri="{FF2B5EF4-FFF2-40B4-BE49-F238E27FC236}">
                    <a16:creationId xmlns:a16="http://schemas.microsoft.com/office/drawing/2014/main" id="{BDC09C9D-5D9A-E43F-50DE-4E10249E0387}"/>
                  </a:ext>
                </a:extLst>
              </p:cNvPr>
              <p:cNvSpPr/>
              <p:nvPr/>
            </p:nvSpPr>
            <p:spPr>
              <a:xfrm rot="16200000" flipH="1">
                <a:off x="8740140" y="384318"/>
                <a:ext cx="45719" cy="103695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51" name="直線單箭頭接點 50">
                <a:extLst>
                  <a:ext uri="{FF2B5EF4-FFF2-40B4-BE49-F238E27FC236}">
                    <a16:creationId xmlns:a16="http://schemas.microsoft.com/office/drawing/2014/main" id="{924383CF-4620-6FFC-BFFA-EF384B795C1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8530110" y="507327"/>
                <a:ext cx="234000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線單箭頭接點 51">
                <a:extLst>
                  <a:ext uri="{FF2B5EF4-FFF2-40B4-BE49-F238E27FC236}">
                    <a16:creationId xmlns:a16="http://schemas.microsoft.com/office/drawing/2014/main" id="{C97F9F6C-F4A1-B391-272A-73A9B5C857A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8141789" y="516852"/>
                <a:ext cx="234000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線單箭頭接點 53">
                <a:extLst>
                  <a:ext uri="{FF2B5EF4-FFF2-40B4-BE49-F238E27FC236}">
                    <a16:creationId xmlns:a16="http://schemas.microsoft.com/office/drawing/2014/main" id="{A6C8E987-4151-6F94-420A-D97BE636A3D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8565577" y="516852"/>
                <a:ext cx="234000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7" name="橢圓 76">
              <a:extLst>
                <a:ext uri="{FF2B5EF4-FFF2-40B4-BE49-F238E27FC236}">
                  <a16:creationId xmlns:a16="http://schemas.microsoft.com/office/drawing/2014/main" id="{0C3F4974-2265-18A2-223D-E34893052943}"/>
                </a:ext>
              </a:extLst>
            </p:cNvPr>
            <p:cNvSpPr/>
            <p:nvPr/>
          </p:nvSpPr>
          <p:spPr>
            <a:xfrm>
              <a:off x="8280762" y="1847160"/>
              <a:ext cx="373798" cy="37379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橢圓 77">
              <a:extLst>
                <a:ext uri="{FF2B5EF4-FFF2-40B4-BE49-F238E27FC236}">
                  <a16:creationId xmlns:a16="http://schemas.microsoft.com/office/drawing/2014/main" id="{90C8C572-ACEF-68F5-2F4E-E76785AD241F}"/>
                </a:ext>
              </a:extLst>
            </p:cNvPr>
            <p:cNvSpPr/>
            <p:nvPr/>
          </p:nvSpPr>
          <p:spPr>
            <a:xfrm>
              <a:off x="11284840" y="4245237"/>
              <a:ext cx="373798" cy="37379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橢圓 83">
              <a:extLst>
                <a:ext uri="{FF2B5EF4-FFF2-40B4-BE49-F238E27FC236}">
                  <a16:creationId xmlns:a16="http://schemas.microsoft.com/office/drawing/2014/main" id="{69697037-B349-D718-B68F-D8431878037B}"/>
                </a:ext>
              </a:extLst>
            </p:cNvPr>
            <p:cNvSpPr/>
            <p:nvPr/>
          </p:nvSpPr>
          <p:spPr>
            <a:xfrm>
              <a:off x="9540828" y="360660"/>
              <a:ext cx="373798" cy="373798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89" name="群組 88">
            <a:extLst>
              <a:ext uri="{FF2B5EF4-FFF2-40B4-BE49-F238E27FC236}">
                <a16:creationId xmlns:a16="http://schemas.microsoft.com/office/drawing/2014/main" id="{EC4143BB-5E15-3D6A-34BA-C95FF04922B4}"/>
              </a:ext>
            </a:extLst>
          </p:cNvPr>
          <p:cNvGrpSpPr/>
          <p:nvPr/>
        </p:nvGrpSpPr>
        <p:grpSpPr>
          <a:xfrm>
            <a:off x="134749" y="5934447"/>
            <a:ext cx="2617170" cy="373798"/>
            <a:chOff x="134749" y="5934447"/>
            <a:chExt cx="2617170" cy="373798"/>
          </a:xfrm>
        </p:grpSpPr>
        <p:sp>
          <p:nvSpPr>
            <p:cNvPr id="86" name="文字方塊 85">
              <a:extLst>
                <a:ext uri="{FF2B5EF4-FFF2-40B4-BE49-F238E27FC236}">
                  <a16:creationId xmlns:a16="http://schemas.microsoft.com/office/drawing/2014/main" id="{7B4B5A5A-F6DA-F78D-DA33-F1FF10A78394}"/>
                </a:ext>
              </a:extLst>
            </p:cNvPr>
            <p:cNvSpPr txBox="1"/>
            <p:nvPr/>
          </p:nvSpPr>
          <p:spPr>
            <a:xfrm>
              <a:off x="458815" y="5934447"/>
              <a:ext cx="2293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/>
                <a:t>人行道邊緣有欄杆</a:t>
              </a:r>
            </a:p>
          </p:txBody>
        </p:sp>
        <p:sp>
          <p:nvSpPr>
            <p:cNvPr id="88" name="橢圓 87">
              <a:extLst>
                <a:ext uri="{FF2B5EF4-FFF2-40B4-BE49-F238E27FC236}">
                  <a16:creationId xmlns:a16="http://schemas.microsoft.com/office/drawing/2014/main" id="{E281CD24-C1C0-4BEE-9692-6100E6D3BD3C}"/>
                </a:ext>
              </a:extLst>
            </p:cNvPr>
            <p:cNvSpPr/>
            <p:nvPr/>
          </p:nvSpPr>
          <p:spPr>
            <a:xfrm>
              <a:off x="134749" y="5934447"/>
              <a:ext cx="373798" cy="373798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94323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>
            <a:extLst>
              <a:ext uri="{FF2B5EF4-FFF2-40B4-BE49-F238E27FC236}">
                <a16:creationId xmlns:a16="http://schemas.microsoft.com/office/drawing/2014/main" id="{D4A49CFB-8A4F-6642-B528-D305A4B1971E}"/>
              </a:ext>
            </a:extLst>
          </p:cNvPr>
          <p:cNvSpPr txBox="1"/>
          <p:nvPr/>
        </p:nvSpPr>
        <p:spPr>
          <a:xfrm>
            <a:off x="169682" y="188536"/>
            <a:ext cx="876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Town 3</a:t>
            </a:r>
            <a:endParaRPr lang="zh-TW" altLang="en-US" dirty="0"/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FE41B573-30BA-1090-9E9F-8BCF39A9D54C}"/>
              </a:ext>
            </a:extLst>
          </p:cNvPr>
          <p:cNvGrpSpPr/>
          <p:nvPr/>
        </p:nvGrpSpPr>
        <p:grpSpPr>
          <a:xfrm>
            <a:off x="169682" y="812442"/>
            <a:ext cx="4346646" cy="824079"/>
            <a:chOff x="169682" y="812442"/>
            <a:chExt cx="4346646" cy="824079"/>
          </a:xfrm>
        </p:grpSpPr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130E3D49-3B0C-4E3B-3773-BC15E1A5C037}"/>
                </a:ext>
              </a:extLst>
            </p:cNvPr>
            <p:cNvGrpSpPr/>
            <p:nvPr/>
          </p:nvGrpSpPr>
          <p:grpSpPr>
            <a:xfrm>
              <a:off x="169682" y="812442"/>
              <a:ext cx="2263251" cy="824079"/>
              <a:chOff x="1432398" y="3847873"/>
              <a:chExt cx="2263251" cy="824079"/>
            </a:xfrm>
          </p:grpSpPr>
          <p:sp>
            <p:nvSpPr>
              <p:cNvPr id="22" name="等腰三角形 21">
                <a:extLst>
                  <a:ext uri="{FF2B5EF4-FFF2-40B4-BE49-F238E27FC236}">
                    <a16:creationId xmlns:a16="http://schemas.microsoft.com/office/drawing/2014/main" id="{6ECAC216-E752-7CEC-B1AC-2C09574FD5E0}"/>
                  </a:ext>
                </a:extLst>
              </p:cNvPr>
              <p:cNvSpPr/>
              <p:nvPr/>
            </p:nvSpPr>
            <p:spPr>
              <a:xfrm rot="16200000" flipH="1">
                <a:off x="1604173" y="3761513"/>
                <a:ext cx="197603" cy="541153"/>
              </a:xfrm>
              <a:prstGeom prst="triangle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23" name="等腰三角形 22">
                <a:extLst>
                  <a:ext uri="{FF2B5EF4-FFF2-40B4-BE49-F238E27FC236}">
                    <a16:creationId xmlns:a16="http://schemas.microsoft.com/office/drawing/2014/main" id="{D3AADA19-96DE-D441-86AD-ECCC48C0839B}"/>
                  </a:ext>
                </a:extLst>
              </p:cNvPr>
              <p:cNvSpPr/>
              <p:nvPr/>
            </p:nvSpPr>
            <p:spPr>
              <a:xfrm rot="16200000" flipH="1">
                <a:off x="1604174" y="4216709"/>
                <a:ext cx="197603" cy="541152"/>
              </a:xfrm>
              <a:prstGeom prst="triangl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grpSp>
            <p:nvGrpSpPr>
              <p:cNvPr id="24" name="群組 23">
                <a:extLst>
                  <a:ext uri="{FF2B5EF4-FFF2-40B4-BE49-F238E27FC236}">
                    <a16:creationId xmlns:a16="http://schemas.microsoft.com/office/drawing/2014/main" id="{6A884ABF-AB36-C864-35AB-3EBAAEC75F34}"/>
                  </a:ext>
                </a:extLst>
              </p:cNvPr>
              <p:cNvGrpSpPr/>
              <p:nvPr/>
            </p:nvGrpSpPr>
            <p:grpSpPr>
              <a:xfrm>
                <a:off x="1973553" y="3847873"/>
                <a:ext cx="1722096" cy="824079"/>
                <a:chOff x="1841578" y="4233664"/>
                <a:chExt cx="1722096" cy="824079"/>
              </a:xfrm>
            </p:grpSpPr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7C2739B8-24E8-E466-B074-3471E90D5D51}"/>
                    </a:ext>
                  </a:extLst>
                </p:cNvPr>
                <p:cNvSpPr txBox="1"/>
                <p:nvPr/>
              </p:nvSpPr>
              <p:spPr>
                <a:xfrm>
                  <a:off x="1841578" y="4233664"/>
                  <a:ext cx="172209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dirty="0"/>
                    <a:t>9.5,-121.25(-85)</a:t>
                  </a:r>
                  <a:r>
                    <a:rPr lang="zh-TW" altLang="en-US" dirty="0"/>
                    <a:t> </a:t>
                  </a:r>
                </a:p>
              </p:txBody>
            </p:sp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5AF25EC5-835F-8CE5-BB25-0CC26037E148}"/>
                    </a:ext>
                  </a:extLst>
                </p:cNvPr>
                <p:cNvSpPr txBox="1"/>
                <p:nvPr/>
              </p:nvSpPr>
              <p:spPr>
                <a:xfrm>
                  <a:off x="1841578" y="4688411"/>
                  <a:ext cx="165382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dirty="0"/>
                    <a:t>6,-121.25(-85) </a:t>
                  </a:r>
                  <a:endParaRPr lang="zh-TW" altLang="en-US" dirty="0"/>
                </a:p>
              </p:txBody>
            </p:sp>
          </p:grpSp>
        </p:grp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1BFD587E-BBB8-BE63-91D8-0B141787403B}"/>
                </a:ext>
              </a:extLst>
            </p:cNvPr>
            <p:cNvSpPr txBox="1"/>
            <p:nvPr/>
          </p:nvSpPr>
          <p:spPr>
            <a:xfrm>
              <a:off x="2393526" y="901316"/>
              <a:ext cx="21228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X:55,54,53</a:t>
              </a:r>
            </a:p>
            <a:p>
              <a:r>
                <a:rPr lang="en-US" altLang="zh-TW" dirty="0"/>
                <a:t>Y:183.5~195.5,197</a:t>
              </a:r>
              <a:endParaRPr lang="zh-TW" altLang="en-US" dirty="0"/>
            </a:p>
          </p:txBody>
        </p:sp>
      </p:grp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FD529160-BFF2-0E17-111C-BDE8B9AA04DE}"/>
              </a:ext>
            </a:extLst>
          </p:cNvPr>
          <p:cNvGrpSpPr/>
          <p:nvPr/>
        </p:nvGrpSpPr>
        <p:grpSpPr>
          <a:xfrm flipH="1" flipV="1">
            <a:off x="4871074" y="0"/>
            <a:ext cx="7320926" cy="6858000"/>
            <a:chOff x="4871074" y="1"/>
            <a:chExt cx="7320926" cy="6858000"/>
          </a:xfrm>
        </p:grpSpPr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FF4E8A38-D9C4-FAC2-2E81-BD2D3BC04D1F}"/>
                </a:ext>
              </a:extLst>
            </p:cNvPr>
            <p:cNvGrpSpPr/>
            <p:nvPr/>
          </p:nvGrpSpPr>
          <p:grpSpPr>
            <a:xfrm>
              <a:off x="4871074" y="1"/>
              <a:ext cx="7320926" cy="6858000"/>
              <a:chOff x="4871074" y="1"/>
              <a:chExt cx="7320926" cy="6858000"/>
            </a:xfrm>
          </p:grpSpPr>
          <p:grpSp>
            <p:nvGrpSpPr>
              <p:cNvPr id="16" name="群組 15">
                <a:extLst>
                  <a:ext uri="{FF2B5EF4-FFF2-40B4-BE49-F238E27FC236}">
                    <a16:creationId xmlns:a16="http://schemas.microsoft.com/office/drawing/2014/main" id="{9AD048F1-105A-8388-84DF-29675C534276}"/>
                  </a:ext>
                </a:extLst>
              </p:cNvPr>
              <p:cNvGrpSpPr/>
              <p:nvPr/>
            </p:nvGrpSpPr>
            <p:grpSpPr>
              <a:xfrm>
                <a:off x="4871074" y="1"/>
                <a:ext cx="7320926" cy="6858000"/>
                <a:chOff x="3082565" y="84838"/>
                <a:chExt cx="7230360" cy="6773161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E0811FD5-6CDE-F996-503E-947BAF8AC8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l="11092" t="1237" r="18340"/>
                <a:stretch>
                  <a:fillRect/>
                </a:stretch>
              </p:blipFill>
              <p:spPr>
                <a:xfrm>
                  <a:off x="3082565" y="84840"/>
                  <a:ext cx="7230360" cy="6773159"/>
                </a:xfrm>
                <a:prstGeom prst="rect">
                  <a:avLst/>
                </a:prstGeom>
              </p:spPr>
            </p:pic>
            <p:cxnSp>
              <p:nvCxnSpPr>
                <p:cNvPr id="8" name="直線接點 7">
                  <a:extLst>
                    <a:ext uri="{FF2B5EF4-FFF2-40B4-BE49-F238E27FC236}">
                      <a16:creationId xmlns:a16="http://schemas.microsoft.com/office/drawing/2014/main" id="{ECFFA470-B0B4-FDB1-22C8-14FE200E24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82565" y="2507330"/>
                  <a:ext cx="7230360" cy="0"/>
                </a:xfrm>
                <a:prstGeom prst="line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直線接點 8">
                  <a:extLst>
                    <a:ext uri="{FF2B5EF4-FFF2-40B4-BE49-F238E27FC236}">
                      <a16:creationId xmlns:a16="http://schemas.microsoft.com/office/drawing/2014/main" id="{51227B48-2291-C8D8-CCB6-189564E6ED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07617" y="84838"/>
                  <a:ext cx="57337" cy="6773161"/>
                </a:xfrm>
                <a:prstGeom prst="line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" name="橢圓 9">
                  <a:extLst>
                    <a:ext uri="{FF2B5EF4-FFF2-40B4-BE49-F238E27FC236}">
                      <a16:creationId xmlns:a16="http://schemas.microsoft.com/office/drawing/2014/main" id="{4C51133D-C280-5034-CF39-BA4BED5DBBF6}"/>
                    </a:ext>
                  </a:extLst>
                </p:cNvPr>
                <p:cNvSpPr/>
                <p:nvPr/>
              </p:nvSpPr>
              <p:spPr>
                <a:xfrm rot="5400000">
                  <a:off x="6679106" y="2459217"/>
                  <a:ext cx="104469" cy="104469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sp>
            <p:nvSpPr>
              <p:cNvPr id="28" name="等腰三角形 27">
                <a:extLst>
                  <a:ext uri="{FF2B5EF4-FFF2-40B4-BE49-F238E27FC236}">
                    <a16:creationId xmlns:a16="http://schemas.microsoft.com/office/drawing/2014/main" id="{3A97890D-BF94-75C9-E369-7A2C8CBB68D3}"/>
                  </a:ext>
                </a:extLst>
              </p:cNvPr>
              <p:cNvSpPr/>
              <p:nvPr/>
            </p:nvSpPr>
            <p:spPr>
              <a:xfrm rot="5400000" flipH="1">
                <a:off x="10339941" y="2458051"/>
                <a:ext cx="45719" cy="103695"/>
              </a:xfrm>
              <a:prstGeom prst="triangl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29" name="直線單箭頭接點 28">
                <a:extLst>
                  <a:ext uri="{FF2B5EF4-FFF2-40B4-BE49-F238E27FC236}">
                    <a16:creationId xmlns:a16="http://schemas.microsoft.com/office/drawing/2014/main" id="{D7387A9B-F10E-ABBF-E09E-13C5426082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454054" y="2436593"/>
                <a:ext cx="1" cy="241877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等腰三角形 30">
              <a:extLst>
                <a:ext uri="{FF2B5EF4-FFF2-40B4-BE49-F238E27FC236}">
                  <a16:creationId xmlns:a16="http://schemas.microsoft.com/office/drawing/2014/main" id="{AC3478E8-8170-0CED-F227-008DB83501FD}"/>
                </a:ext>
              </a:extLst>
            </p:cNvPr>
            <p:cNvSpPr/>
            <p:nvPr/>
          </p:nvSpPr>
          <p:spPr>
            <a:xfrm rot="5400000" flipH="1">
              <a:off x="10339941" y="2537971"/>
              <a:ext cx="45719" cy="103695"/>
            </a:xfrm>
            <a:prstGeom prst="triangl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3" name="直線單箭頭接點 32">
              <a:extLst>
                <a:ext uri="{FF2B5EF4-FFF2-40B4-BE49-F238E27FC236}">
                  <a16:creationId xmlns:a16="http://schemas.microsoft.com/office/drawing/2014/main" id="{3A4200CA-C83E-B253-32F6-4061C668AF47}"/>
                </a:ext>
              </a:extLst>
            </p:cNvPr>
            <p:cNvCxnSpPr>
              <a:cxnSpLocks/>
            </p:cNvCxnSpPr>
            <p:nvPr/>
          </p:nvCxnSpPr>
          <p:spPr>
            <a:xfrm>
              <a:off x="10493461" y="2430673"/>
              <a:ext cx="1" cy="241877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07488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字方塊 13">
            <a:extLst>
              <a:ext uri="{FF2B5EF4-FFF2-40B4-BE49-F238E27FC236}">
                <a16:creationId xmlns:a16="http://schemas.microsoft.com/office/drawing/2014/main" id="{E9912D26-EF81-7A76-BB30-8A34CC29EAF9}"/>
              </a:ext>
            </a:extLst>
          </p:cNvPr>
          <p:cNvSpPr txBox="1"/>
          <p:nvPr/>
        </p:nvSpPr>
        <p:spPr>
          <a:xfrm>
            <a:off x="169682" y="188536"/>
            <a:ext cx="876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Town 5</a:t>
            </a:r>
            <a:endParaRPr lang="zh-TW" altLang="en-US" dirty="0"/>
          </a:p>
        </p:txBody>
      </p:sp>
      <p:sp>
        <p:nvSpPr>
          <p:cNvPr id="22" name="等腰三角形 21">
            <a:extLst>
              <a:ext uri="{FF2B5EF4-FFF2-40B4-BE49-F238E27FC236}">
                <a16:creationId xmlns:a16="http://schemas.microsoft.com/office/drawing/2014/main" id="{3DC9E58B-6836-CE91-E10D-664B0F02DF9E}"/>
              </a:ext>
            </a:extLst>
          </p:cNvPr>
          <p:cNvSpPr/>
          <p:nvPr/>
        </p:nvSpPr>
        <p:spPr>
          <a:xfrm flipH="1">
            <a:off x="3782407" y="557868"/>
            <a:ext cx="45719" cy="103695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A0897712-03DC-D55C-81FC-DA8AEC76678E}"/>
              </a:ext>
            </a:extLst>
          </p:cNvPr>
          <p:cNvGrpSpPr/>
          <p:nvPr/>
        </p:nvGrpSpPr>
        <p:grpSpPr>
          <a:xfrm>
            <a:off x="169682" y="668072"/>
            <a:ext cx="1994917" cy="1696385"/>
            <a:chOff x="1432398" y="3378639"/>
            <a:chExt cx="1994917" cy="1696385"/>
          </a:xfrm>
        </p:grpSpPr>
        <p:sp>
          <p:nvSpPr>
            <p:cNvPr id="3" name="等腰三角形 2">
              <a:extLst>
                <a:ext uri="{FF2B5EF4-FFF2-40B4-BE49-F238E27FC236}">
                  <a16:creationId xmlns:a16="http://schemas.microsoft.com/office/drawing/2014/main" id="{B921461C-6DE4-34C5-C95D-61A3C2D00D42}"/>
                </a:ext>
              </a:extLst>
            </p:cNvPr>
            <p:cNvSpPr/>
            <p:nvPr/>
          </p:nvSpPr>
          <p:spPr>
            <a:xfrm flipH="1">
              <a:off x="1578964" y="3378639"/>
              <a:ext cx="238594" cy="448183"/>
            </a:xfrm>
            <a:prstGeom prst="triangle">
              <a:avLst/>
            </a:prstGeom>
            <a:solidFill>
              <a:srgbClr val="FFFF00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" name="等腰三角形 3">
              <a:extLst>
                <a:ext uri="{FF2B5EF4-FFF2-40B4-BE49-F238E27FC236}">
                  <a16:creationId xmlns:a16="http://schemas.microsoft.com/office/drawing/2014/main" id="{5F48C6DF-C1D4-7D58-C1A7-8D6318136E39}"/>
                </a:ext>
              </a:extLst>
            </p:cNvPr>
            <p:cNvSpPr/>
            <p:nvPr/>
          </p:nvSpPr>
          <p:spPr>
            <a:xfrm rot="16200000" flipH="1">
              <a:off x="1604173" y="3761513"/>
              <a:ext cx="197603" cy="541153"/>
            </a:xfrm>
            <a:prstGeom prst="triangle">
              <a:avLst/>
            </a:prstGeom>
            <a:solidFill>
              <a:srgbClr val="FFFF00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" name="等腰三角形 4">
              <a:extLst>
                <a:ext uri="{FF2B5EF4-FFF2-40B4-BE49-F238E27FC236}">
                  <a16:creationId xmlns:a16="http://schemas.microsoft.com/office/drawing/2014/main" id="{98AA6360-FFBB-4BA2-0881-70C2424946A3}"/>
                </a:ext>
              </a:extLst>
            </p:cNvPr>
            <p:cNvSpPr/>
            <p:nvPr/>
          </p:nvSpPr>
          <p:spPr>
            <a:xfrm rot="5400000" flipH="1">
              <a:off x="1604174" y="4619782"/>
              <a:ext cx="197603" cy="541152"/>
            </a:xfrm>
            <a:prstGeom prst="triangl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" name="等腰三角形 5">
              <a:extLst>
                <a:ext uri="{FF2B5EF4-FFF2-40B4-BE49-F238E27FC236}">
                  <a16:creationId xmlns:a16="http://schemas.microsoft.com/office/drawing/2014/main" id="{BA2B4C4D-595F-3207-6B65-8D2494EE73AE}"/>
                </a:ext>
              </a:extLst>
            </p:cNvPr>
            <p:cNvSpPr/>
            <p:nvPr/>
          </p:nvSpPr>
          <p:spPr>
            <a:xfrm flipH="1" flipV="1">
              <a:off x="1583678" y="4237357"/>
              <a:ext cx="238594" cy="448183"/>
            </a:xfrm>
            <a:prstGeom prst="triangl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953EB4AA-D775-0925-57AB-AB4E2F933305}"/>
                </a:ext>
              </a:extLst>
            </p:cNvPr>
            <p:cNvGrpSpPr/>
            <p:nvPr/>
          </p:nvGrpSpPr>
          <p:grpSpPr>
            <a:xfrm>
              <a:off x="1973553" y="3429000"/>
              <a:ext cx="1453762" cy="1646024"/>
              <a:chOff x="1841578" y="3814791"/>
              <a:chExt cx="1453762" cy="1646024"/>
            </a:xfrm>
          </p:grpSpPr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6732DB1D-1E62-491B-E550-3597CF9BB2F5}"/>
                  </a:ext>
                </a:extLst>
              </p:cNvPr>
              <p:cNvSpPr txBox="1"/>
              <p:nvPr/>
            </p:nvSpPr>
            <p:spPr>
              <a:xfrm>
                <a:off x="1841578" y="3814791"/>
                <a:ext cx="14537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-67.5, 2.75</a:t>
                </a:r>
                <a:endParaRPr lang="zh-TW" altLang="en-US" dirty="0"/>
              </a:p>
            </p:txBody>
          </p:sp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9A760F2D-5443-E74F-A73F-77797A461B72}"/>
                  </a:ext>
                </a:extLst>
              </p:cNvPr>
              <p:cNvSpPr txBox="1"/>
              <p:nvPr/>
            </p:nvSpPr>
            <p:spPr>
              <a:xfrm>
                <a:off x="1841578" y="4233664"/>
                <a:ext cx="14537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-47,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19.1</a:t>
                </a:r>
                <a:endParaRPr lang="zh-TW" altLang="en-US" dirty="0"/>
              </a:p>
            </p:txBody>
          </p:sp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7AF0FA68-3A18-1911-B0B7-301A0A279A39}"/>
                  </a:ext>
                </a:extLst>
              </p:cNvPr>
              <p:cNvSpPr txBox="1"/>
              <p:nvPr/>
            </p:nvSpPr>
            <p:spPr>
              <a:xfrm>
                <a:off x="1841578" y="5091484"/>
                <a:ext cx="1453762" cy="369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-51, 14.8</a:t>
                </a:r>
                <a:endParaRPr lang="zh-TW" altLang="en-US" dirty="0"/>
              </a:p>
            </p:txBody>
          </p:sp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16856784-5FB6-0714-1352-10E7D46FB682}"/>
                  </a:ext>
                </a:extLst>
              </p:cNvPr>
              <p:cNvSpPr txBox="1"/>
              <p:nvPr/>
            </p:nvSpPr>
            <p:spPr>
              <a:xfrm>
                <a:off x="1841578" y="4672611"/>
                <a:ext cx="14537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-33.25, -1</a:t>
                </a:r>
                <a:endParaRPr lang="zh-TW" altLang="en-US" dirty="0"/>
              </a:p>
            </p:txBody>
          </p:sp>
        </p:grpSp>
      </p:grp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36854531-9FFC-0D22-CA5C-D67F1AF72E09}"/>
              </a:ext>
            </a:extLst>
          </p:cNvPr>
          <p:cNvGrpSpPr/>
          <p:nvPr/>
        </p:nvGrpSpPr>
        <p:grpSpPr>
          <a:xfrm>
            <a:off x="5319059" y="0"/>
            <a:ext cx="6872941" cy="6874898"/>
            <a:chOff x="5319059" y="0"/>
            <a:chExt cx="6872941" cy="6874898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EDEBEE1A-2177-0CA7-6DF1-093F31077FEB}"/>
                </a:ext>
              </a:extLst>
            </p:cNvPr>
            <p:cNvGrpSpPr/>
            <p:nvPr/>
          </p:nvGrpSpPr>
          <p:grpSpPr>
            <a:xfrm>
              <a:off x="5319059" y="0"/>
              <a:ext cx="6872941" cy="6874898"/>
              <a:chOff x="4346927" y="-16898"/>
              <a:chExt cx="6872941" cy="6874898"/>
            </a:xfrm>
          </p:grpSpPr>
          <p:grpSp>
            <p:nvGrpSpPr>
              <p:cNvPr id="10" name="群組 9">
                <a:extLst>
                  <a:ext uri="{FF2B5EF4-FFF2-40B4-BE49-F238E27FC236}">
                    <a16:creationId xmlns:a16="http://schemas.microsoft.com/office/drawing/2014/main" id="{90EA9632-B219-27D9-72C6-EBE9FE9FB49F}"/>
                  </a:ext>
                </a:extLst>
              </p:cNvPr>
              <p:cNvGrpSpPr/>
              <p:nvPr/>
            </p:nvGrpSpPr>
            <p:grpSpPr>
              <a:xfrm>
                <a:off x="4346927" y="0"/>
                <a:ext cx="6872941" cy="6858000"/>
                <a:chOff x="2659529" y="0"/>
                <a:chExt cx="6872941" cy="6858000"/>
              </a:xfrm>
            </p:grpSpPr>
            <p:pic>
              <p:nvPicPr>
                <p:cNvPr id="8" name="圖片 7" descr="一張含有 植物, 戶外, 草 的圖片&#10;&#10;AI 產生的內容可能不正確。">
                  <a:extLst>
                    <a:ext uri="{FF2B5EF4-FFF2-40B4-BE49-F238E27FC236}">
                      <a16:creationId xmlns:a16="http://schemas.microsoft.com/office/drawing/2014/main" id="{39288B1D-781B-C7EA-152D-1392F3C3C6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60000">
                  <a:off x="2659529" y="0"/>
                  <a:ext cx="6872941" cy="6858000"/>
                </a:xfrm>
                <a:prstGeom prst="rect">
                  <a:avLst/>
                </a:prstGeom>
              </p:spPr>
            </p:pic>
            <p:sp>
              <p:nvSpPr>
                <p:cNvPr id="9" name="等腰三角形 8">
                  <a:extLst>
                    <a:ext uri="{FF2B5EF4-FFF2-40B4-BE49-F238E27FC236}">
                      <a16:creationId xmlns:a16="http://schemas.microsoft.com/office/drawing/2014/main" id="{19C14B1A-4941-C3B2-0173-ED45783D6118}"/>
                    </a:ext>
                  </a:extLst>
                </p:cNvPr>
                <p:cNvSpPr/>
                <p:nvPr/>
              </p:nvSpPr>
              <p:spPr>
                <a:xfrm flipH="1">
                  <a:off x="6143134" y="3921550"/>
                  <a:ext cx="45719" cy="103695"/>
                </a:xfrm>
                <a:prstGeom prst="triangle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cxnSp>
            <p:nvCxnSpPr>
              <p:cNvPr id="16" name="直線接點 15">
                <a:extLst>
                  <a:ext uri="{FF2B5EF4-FFF2-40B4-BE49-F238E27FC236}">
                    <a16:creationId xmlns:a16="http://schemas.microsoft.com/office/drawing/2014/main" id="{5D1398A8-F66A-18F6-BAC3-252E9630B0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46927" y="3419573"/>
                <a:ext cx="687294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接點 17">
                <a:extLst>
                  <a:ext uri="{FF2B5EF4-FFF2-40B4-BE49-F238E27FC236}">
                    <a16:creationId xmlns:a16="http://schemas.microsoft.com/office/drawing/2014/main" id="{3AD0FA56-91F7-BC08-41F5-61C8893B411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91947" y="3419573"/>
                <a:ext cx="687294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等腰三角形 18">
                <a:extLst>
                  <a:ext uri="{FF2B5EF4-FFF2-40B4-BE49-F238E27FC236}">
                    <a16:creationId xmlns:a16="http://schemas.microsoft.com/office/drawing/2014/main" id="{64DAE64B-F350-F4A5-F922-3CBA13EAD29C}"/>
                  </a:ext>
                </a:extLst>
              </p:cNvPr>
              <p:cNvSpPr/>
              <p:nvPr/>
            </p:nvSpPr>
            <p:spPr>
              <a:xfrm rot="16200000" flipH="1">
                <a:off x="7998195" y="3649195"/>
                <a:ext cx="45719" cy="103695"/>
              </a:xfrm>
              <a:prstGeom prst="triangl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等腰三角形 19">
                <a:extLst>
                  <a:ext uri="{FF2B5EF4-FFF2-40B4-BE49-F238E27FC236}">
                    <a16:creationId xmlns:a16="http://schemas.microsoft.com/office/drawing/2014/main" id="{3D940E35-F84C-5712-AE8D-ECC91E16EDFA}"/>
                  </a:ext>
                </a:extLst>
              </p:cNvPr>
              <p:cNvSpPr/>
              <p:nvPr/>
            </p:nvSpPr>
            <p:spPr>
              <a:xfrm flipH="1" flipV="1">
                <a:off x="7747203" y="3492268"/>
                <a:ext cx="45719" cy="103695"/>
              </a:xfrm>
              <a:prstGeom prst="triangl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" name="等腰三角形 20">
                <a:extLst>
                  <a:ext uri="{FF2B5EF4-FFF2-40B4-BE49-F238E27FC236}">
                    <a16:creationId xmlns:a16="http://schemas.microsoft.com/office/drawing/2014/main" id="{4B3FE3EC-07B4-70C4-7BCC-206793EDB793}"/>
                  </a:ext>
                </a:extLst>
              </p:cNvPr>
              <p:cNvSpPr/>
              <p:nvPr/>
            </p:nvSpPr>
            <p:spPr>
              <a:xfrm rot="5400000" flipH="1">
                <a:off x="7592444" y="3759625"/>
                <a:ext cx="45719" cy="103695"/>
              </a:xfrm>
              <a:prstGeom prst="triangl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6BFC3CF8-26EA-A4DA-7FE9-F6A0037B147D}"/>
                </a:ext>
              </a:extLst>
            </p:cNvPr>
            <p:cNvSpPr/>
            <p:nvPr/>
          </p:nvSpPr>
          <p:spPr>
            <a:xfrm rot="5400000">
              <a:off x="8757741" y="3383419"/>
              <a:ext cx="104469" cy="10446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8261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98523</TotalTime>
  <Words>135</Words>
  <Application>Microsoft Office PowerPoint</Application>
  <PresentationFormat>寬螢幕</PresentationFormat>
  <Paragraphs>42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仲恒 劉</dc:creator>
  <cp:lastModifiedBy>仲恒 劉</cp:lastModifiedBy>
  <cp:revision>21</cp:revision>
  <dcterms:created xsi:type="dcterms:W3CDTF">2026-03-02T06:19:18Z</dcterms:created>
  <dcterms:modified xsi:type="dcterms:W3CDTF">2026-06-01T06:22:44Z</dcterms:modified>
</cp:coreProperties>
</file>